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3"/>
  </p:notesMasterIdLst>
  <p:sldIdLst>
    <p:sldId id="289" r:id="rId2"/>
    <p:sldId id="288" r:id="rId3"/>
    <p:sldId id="276" r:id="rId4"/>
    <p:sldId id="283" r:id="rId5"/>
    <p:sldId id="284" r:id="rId6"/>
    <p:sldId id="280" r:id="rId7"/>
    <p:sldId id="286" r:id="rId8"/>
    <p:sldId id="287" r:id="rId9"/>
    <p:sldId id="274" r:id="rId10"/>
    <p:sldId id="270" r:id="rId11"/>
    <p:sldId id="285" r:id="rId12"/>
  </p:sldIdLst>
  <p:sldSz cx="18288000" cy="10287000"/>
  <p:notesSz cx="6858000" cy="9144000"/>
  <p:embeddedFontLst>
    <p:embeddedFont>
      <p:font typeface="ADLaM Display" panose="02010000000000000000" pitchFamily="2" charset="0"/>
      <p:regular r:id="rId14"/>
    </p:embeddedFont>
    <p:embeddedFont>
      <p:font typeface="Artifakt Element Hair" panose="020B0203050000020004" pitchFamily="34" charset="0"/>
      <p:regular r:id="rId15"/>
      <p:italic r:id="rId16"/>
    </p:embeddedFont>
    <p:embeddedFont>
      <p:font typeface="Public Sans" panose="020B0604020202020204" charset="0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5F329-FDF7-4420-9C2B-F0027482C505}" v="17" dt="2025-12-28T04:58:04.751"/>
    <p1510:client id="{0FE18A68-3F44-E208-046F-F2A55E429BAA}" v="10" dt="2025-12-27T23:10:15.285"/>
    <p1510:client id="{2D954CBE-CDB5-4377-BE30-6435DFC712F9}" v="6" dt="2025-12-27T20:10:24.449"/>
    <p1510:client id="{384D0374-AA95-4DD2-866C-62B0179E22D2}" v="239" dt="2025-12-27T10:42:48.262"/>
    <p1510:client id="{3A699127-BBF0-4973-B37A-CBFC74601091}" v="6" dt="2025-12-27T15:34:24.746"/>
    <p1510:client id="{3EFE417A-67E8-4419-A156-09ADBEA4E1C3}" v="247" dt="2025-12-27T20:04:08.766"/>
    <p1510:client id="{4DD1F36F-C554-4EB0-A222-FA601E082B6B}" v="1064" dt="2025-12-26T21:55:23.297"/>
    <p1510:client id="{8D6BE7DE-EE4F-43EF-AC5B-FDFFA926D386}" v="92" dt="2025-12-27T10:32:48.606"/>
    <p1510:client id="{9971D4BD-D20E-F3AC-DEC8-217FCD8778D8}" v="1072" dt="2025-12-26T23:14:18.766"/>
    <p1510:client id="{D3FD9B8B-79CC-4321-8AFC-CEE89DA2B8F3}" v="2" dt="2025-12-28T04:37:26.677"/>
    <p1510:client id="{DD3D8AEB-97CE-4B13-9502-0F81D8588470}" v="1981" dt="2025-12-27T21:39:50.832"/>
    <p1510:client id="{FCFE7687-1B8A-D072-FC2C-411D6A64AD37}" v="1" dt="2025-12-28T05:24:06.4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5033" autoAdjust="0"/>
  </p:normalViewPr>
  <p:slideViewPr>
    <p:cSldViewPr snapToGrid="0">
      <p:cViewPr varScale="1">
        <p:scale>
          <a:sx n="55" d="100"/>
          <a:sy n="55" d="100"/>
        </p:scale>
        <p:origin x="88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A RAHMAN" userId="S::22-49494-3@student.aiub.edu::3a50f129-8cc7-4976-93fa-4abd8345a4ee" providerId="AD" clId="Web-{D3FD9B8B-79CC-4321-8AFC-CEE89DA2B8F3}"/>
    <pc:docChg chg="delSld">
      <pc:chgData name="ARIA RAHMAN" userId="S::22-49494-3@student.aiub.edu::3a50f129-8cc7-4976-93fa-4abd8345a4ee" providerId="AD" clId="Web-{D3FD9B8B-79CC-4321-8AFC-CEE89DA2B8F3}" dt="2025-12-28T04:37:26.677" v="0"/>
      <pc:docMkLst>
        <pc:docMk/>
      </pc:docMkLst>
      <pc:sldChg chg="del">
        <pc:chgData name="ARIA RAHMAN" userId="S::22-49494-3@student.aiub.edu::3a50f129-8cc7-4976-93fa-4abd8345a4ee" providerId="AD" clId="Web-{D3FD9B8B-79CC-4321-8AFC-CEE89DA2B8F3}" dt="2025-12-28T04:37:26.677" v="0"/>
        <pc:sldMkLst>
          <pc:docMk/>
          <pc:sldMk cId="351663042" sldId="284"/>
        </pc:sldMkLst>
      </pc:sldChg>
    </pc:docChg>
  </pc:docChgLst>
  <pc:docChgLst>
    <pc:chgData name="ZEBA TAHSIN RENAISSANCE" userId="S::22-49549-3@student.aiub.edu::0903d7e1-ba23-425c-bf7f-3729e2518dc7" providerId="AD" clId="Web-{384D0374-AA95-4DD2-866C-62B0179E22D2}"/>
    <pc:docChg chg="modSld">
      <pc:chgData name="ZEBA TAHSIN RENAISSANCE" userId="S::22-49549-3@student.aiub.edu::0903d7e1-ba23-425c-bf7f-3729e2518dc7" providerId="AD" clId="Web-{384D0374-AA95-4DD2-866C-62B0179E22D2}" dt="2025-12-27T10:42:48.262" v="171" actId="1076"/>
      <pc:docMkLst>
        <pc:docMk/>
      </pc:docMkLst>
      <pc:sldChg chg="addSp delSp modSp">
        <pc:chgData name="ZEBA TAHSIN RENAISSANCE" userId="S::22-49549-3@student.aiub.edu::0903d7e1-ba23-425c-bf7f-3729e2518dc7" providerId="AD" clId="Web-{384D0374-AA95-4DD2-866C-62B0179E22D2}" dt="2025-12-27T10:42:48.262" v="171" actId="1076"/>
        <pc:sldMkLst>
          <pc:docMk/>
          <pc:sldMk cId="0" sldId="262"/>
        </pc:sldMkLst>
        <pc:spChg chg="add del">
          <ac:chgData name="ZEBA TAHSIN RENAISSANCE" userId="S::22-49549-3@student.aiub.edu::0903d7e1-ba23-425c-bf7f-3729e2518dc7" providerId="AD" clId="Web-{384D0374-AA95-4DD2-866C-62B0179E22D2}" dt="2025-12-27T10:41:36.149" v="160"/>
          <ac:spMkLst>
            <pc:docMk/>
            <pc:sldMk cId="0" sldId="262"/>
            <ac:spMk id="2" creationId="{00000000-0000-0000-0000-000000000000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41:36.149" v="159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41:36.149" v="158"/>
          <ac:spMkLst>
            <pc:docMk/>
            <pc:sldMk cId="0" sldId="262"/>
            <ac:spMk id="4" creationId="{00000000-0000-0000-0000-000000000000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41:36.149" v="155"/>
          <ac:spMkLst>
            <pc:docMk/>
            <pc:sldMk cId="0" sldId="262"/>
            <ac:spMk id="11" creationId="{00000000-0000-0000-0000-000000000000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41:36.149" v="154"/>
          <ac:spMkLst>
            <pc:docMk/>
            <pc:sldMk cId="0" sldId="262"/>
            <ac:spMk id="12" creationId="{00000000-0000-0000-0000-000000000000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41:36.149" v="153"/>
          <ac:spMkLst>
            <pc:docMk/>
            <pc:sldMk cId="0" sldId="262"/>
            <ac:spMk id="13" creationId="{00000000-0000-0000-0000-000000000000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41:36.149" v="152"/>
          <ac:spMkLst>
            <pc:docMk/>
            <pc:sldMk cId="0" sldId="262"/>
            <ac:spMk id="14" creationId="{00000000-0000-0000-0000-000000000000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41:36.149" v="150"/>
          <ac:spMkLst>
            <pc:docMk/>
            <pc:sldMk cId="0" sldId="262"/>
            <ac:spMk id="18" creationId="{00000000-0000-0000-0000-000000000000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41:36.149" v="149"/>
          <ac:spMkLst>
            <pc:docMk/>
            <pc:sldMk cId="0" sldId="262"/>
            <ac:spMk id="19" creationId="{00000000-0000-0000-0000-000000000000}"/>
          </ac:spMkLst>
        </pc:spChg>
        <pc:spChg chg="add mod">
          <ac:chgData name="ZEBA TAHSIN RENAISSANCE" userId="S::22-49549-3@student.aiub.edu::0903d7e1-ba23-425c-bf7f-3729e2518dc7" providerId="AD" clId="Web-{384D0374-AA95-4DD2-866C-62B0179E22D2}" dt="2025-12-27T10:42:48.262" v="171" actId="1076"/>
          <ac:spMkLst>
            <pc:docMk/>
            <pc:sldMk cId="0" sldId="262"/>
            <ac:spMk id="23" creationId="{3049448B-8FE9-F6DE-1A46-97FCD8A4FF2A}"/>
          </ac:spMkLst>
        </pc:spChg>
        <pc:grpChg chg="add del">
          <ac:chgData name="ZEBA TAHSIN RENAISSANCE" userId="S::22-49549-3@student.aiub.edu::0903d7e1-ba23-425c-bf7f-3729e2518dc7" providerId="AD" clId="Web-{384D0374-AA95-4DD2-866C-62B0179E22D2}" dt="2025-12-27T10:41:36.149" v="157"/>
          <ac:grpSpMkLst>
            <pc:docMk/>
            <pc:sldMk cId="0" sldId="262"/>
            <ac:grpSpMk id="5" creationId="{00000000-0000-0000-0000-000000000000}"/>
          </ac:grpSpMkLst>
        </pc:grpChg>
        <pc:grpChg chg="add del">
          <ac:chgData name="ZEBA TAHSIN RENAISSANCE" userId="S::22-49549-3@student.aiub.edu::0903d7e1-ba23-425c-bf7f-3729e2518dc7" providerId="AD" clId="Web-{384D0374-AA95-4DD2-866C-62B0179E22D2}" dt="2025-12-27T10:41:36.149" v="156"/>
          <ac:grpSpMkLst>
            <pc:docMk/>
            <pc:sldMk cId="0" sldId="262"/>
            <ac:grpSpMk id="8" creationId="{00000000-0000-0000-0000-000000000000}"/>
          </ac:grpSpMkLst>
        </pc:grpChg>
        <pc:grpChg chg="add del">
          <ac:chgData name="ZEBA TAHSIN RENAISSANCE" userId="S::22-49549-3@student.aiub.edu::0903d7e1-ba23-425c-bf7f-3729e2518dc7" providerId="AD" clId="Web-{384D0374-AA95-4DD2-866C-62B0179E22D2}" dt="2025-12-27T10:41:36.149" v="151"/>
          <ac:grpSpMkLst>
            <pc:docMk/>
            <pc:sldMk cId="0" sldId="262"/>
            <ac:grpSpMk id="15" creationId="{00000000-0000-0000-0000-000000000000}"/>
          </ac:grpSpMkLst>
        </pc:grpChg>
        <pc:picChg chg="add del mod">
          <ac:chgData name="ZEBA TAHSIN RENAISSANCE" userId="S::22-49549-3@student.aiub.edu::0903d7e1-ba23-425c-bf7f-3729e2518dc7" providerId="AD" clId="Web-{384D0374-AA95-4DD2-866C-62B0179E22D2}" dt="2025-12-27T10:41:38.399" v="162"/>
          <ac:picMkLst>
            <pc:docMk/>
            <pc:sldMk cId="0" sldId="262"/>
            <ac:picMk id="20" creationId="{B5F5A91C-57EC-46AC-D272-5AA720A0E9A1}"/>
          </ac:picMkLst>
        </pc:picChg>
        <pc:picChg chg="add mod">
          <ac:chgData name="ZEBA TAHSIN RENAISSANCE" userId="S::22-49549-3@student.aiub.edu::0903d7e1-ba23-425c-bf7f-3729e2518dc7" providerId="AD" clId="Web-{384D0374-AA95-4DD2-866C-62B0179E22D2}" dt="2025-12-27T10:42:02.275" v="167" actId="1076"/>
          <ac:picMkLst>
            <pc:docMk/>
            <pc:sldMk cId="0" sldId="262"/>
            <ac:picMk id="21" creationId="{EEA9EB77-9E6E-B507-91A4-52900DAF70EC}"/>
          </ac:picMkLst>
        </pc:picChg>
      </pc:sldChg>
      <pc:sldChg chg="addSp delSp modSp">
        <pc:chgData name="ZEBA TAHSIN RENAISSANCE" userId="S::22-49549-3@student.aiub.edu::0903d7e1-ba23-425c-bf7f-3729e2518dc7" providerId="AD" clId="Web-{384D0374-AA95-4DD2-866C-62B0179E22D2}" dt="2025-12-27T10:39:27.860" v="100" actId="1076"/>
        <pc:sldMkLst>
          <pc:docMk/>
          <pc:sldMk cId="1699668940" sldId="273"/>
        </pc:sldMkLst>
        <pc:spChg chg="add del">
          <ac:chgData name="ZEBA TAHSIN RENAISSANCE" userId="S::22-49549-3@student.aiub.edu::0903d7e1-ba23-425c-bf7f-3729e2518dc7" providerId="AD" clId="Web-{384D0374-AA95-4DD2-866C-62B0179E22D2}" dt="2025-12-27T10:39:20.578" v="83"/>
          <ac:spMkLst>
            <pc:docMk/>
            <pc:sldMk cId="1699668940" sldId="273"/>
            <ac:spMk id="2" creationId="{EFE225A4-DEC6-2582-50E4-54700BE82D71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39:20.578" v="75"/>
          <ac:spMkLst>
            <pc:docMk/>
            <pc:sldMk cId="1699668940" sldId="273"/>
            <ac:spMk id="9" creationId="{69CDE752-D31B-921D-86C7-98096902A9DD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39:20.578" v="80"/>
          <ac:spMkLst>
            <pc:docMk/>
            <pc:sldMk cId="1699668940" sldId="273"/>
            <ac:spMk id="10" creationId="{03F61744-1008-FD8C-3DB4-323B21CC6F0F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39:20.578" v="79"/>
          <ac:spMkLst>
            <pc:docMk/>
            <pc:sldMk cId="1699668940" sldId="273"/>
            <ac:spMk id="11" creationId="{8E8F356D-6E3B-B18A-E7D8-0D8CD06233F5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39:20.578" v="78"/>
          <ac:spMkLst>
            <pc:docMk/>
            <pc:sldMk cId="1699668940" sldId="273"/>
            <ac:spMk id="12" creationId="{87C110C0-0A46-0EBD-46A6-8144B492FC45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39:20.578" v="77"/>
          <ac:spMkLst>
            <pc:docMk/>
            <pc:sldMk cId="1699668940" sldId="273"/>
            <ac:spMk id="13" creationId="{06E52B6F-366F-4FD7-5066-ADF3ADA277F4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39:20.578" v="76"/>
          <ac:spMkLst>
            <pc:docMk/>
            <pc:sldMk cId="1699668940" sldId="273"/>
            <ac:spMk id="16" creationId="{E49BBD7B-DD96-BF79-4EC3-820E070D5582}"/>
          </ac:spMkLst>
        </pc:spChg>
        <pc:spChg chg="add del mod">
          <ac:chgData name="ZEBA TAHSIN RENAISSANCE" userId="S::22-49549-3@student.aiub.edu::0903d7e1-ba23-425c-bf7f-3729e2518dc7" providerId="AD" clId="Web-{384D0374-AA95-4DD2-866C-62B0179E22D2}" dt="2025-12-27T10:39:27.860" v="100" actId="1076"/>
          <ac:spMkLst>
            <pc:docMk/>
            <pc:sldMk cId="1699668940" sldId="273"/>
            <ac:spMk id="18" creationId="{5D877604-7074-2620-4CEE-4D5A7FE9B316}"/>
          </ac:spMkLst>
        </pc:spChg>
        <pc:grpChg chg="add del">
          <ac:chgData name="ZEBA TAHSIN RENAISSANCE" userId="S::22-49549-3@student.aiub.edu::0903d7e1-ba23-425c-bf7f-3729e2518dc7" providerId="AD" clId="Web-{384D0374-AA95-4DD2-866C-62B0179E22D2}" dt="2025-12-27T10:39:20.578" v="82"/>
          <ac:grpSpMkLst>
            <pc:docMk/>
            <pc:sldMk cId="1699668940" sldId="273"/>
            <ac:grpSpMk id="3" creationId="{1CBBDE5E-5331-CDE2-9B48-A67E3357E179}"/>
          </ac:grpSpMkLst>
        </pc:grpChg>
        <pc:grpChg chg="add del">
          <ac:chgData name="ZEBA TAHSIN RENAISSANCE" userId="S::22-49549-3@student.aiub.edu::0903d7e1-ba23-425c-bf7f-3729e2518dc7" providerId="AD" clId="Web-{384D0374-AA95-4DD2-866C-62B0179E22D2}" dt="2025-12-27T10:39:20.578" v="81"/>
          <ac:grpSpMkLst>
            <pc:docMk/>
            <pc:sldMk cId="1699668940" sldId="273"/>
            <ac:grpSpMk id="6" creationId="{4F3E4D6C-AD96-EC4D-06CA-AE809C34487A}"/>
          </ac:grpSpMkLst>
        </pc:grpChg>
        <pc:picChg chg="add del mod">
          <ac:chgData name="ZEBA TAHSIN RENAISSANCE" userId="S::22-49549-3@student.aiub.edu::0903d7e1-ba23-425c-bf7f-3729e2518dc7" providerId="AD" clId="Web-{384D0374-AA95-4DD2-866C-62B0179E22D2}" dt="2025-12-27T10:39:21.985" v="85" actId="1076"/>
          <ac:picMkLst>
            <pc:docMk/>
            <pc:sldMk cId="1699668940" sldId="273"/>
            <ac:picMk id="14" creationId="{96E020A4-C4FD-BEA3-F73C-05564323CE7E}"/>
          </ac:picMkLst>
        </pc:picChg>
        <pc:picChg chg="add del mod">
          <ac:chgData name="ZEBA TAHSIN RENAISSANCE" userId="S::22-49549-3@student.aiub.edu::0903d7e1-ba23-425c-bf7f-3729e2518dc7" providerId="AD" clId="Web-{384D0374-AA95-4DD2-866C-62B0179E22D2}" dt="2025-12-27T10:39:23.797" v="88"/>
          <ac:picMkLst>
            <pc:docMk/>
            <pc:sldMk cId="1699668940" sldId="273"/>
            <ac:picMk id="15" creationId="{47953E02-4A44-90E7-6398-89FC69F81AA6}"/>
          </ac:picMkLst>
        </pc:picChg>
      </pc:sldChg>
      <pc:sldChg chg="addSp delSp modSp">
        <pc:chgData name="ZEBA TAHSIN RENAISSANCE" userId="S::22-49549-3@student.aiub.edu::0903d7e1-ba23-425c-bf7f-3729e2518dc7" providerId="AD" clId="Web-{384D0374-AA95-4DD2-866C-62B0179E22D2}" dt="2025-12-27T10:41:35.633" v="148" actId="1076"/>
        <pc:sldMkLst>
          <pc:docMk/>
          <pc:sldMk cId="3486470739" sldId="274"/>
        </pc:sldMkLst>
        <pc:spChg chg="add del">
          <ac:chgData name="ZEBA TAHSIN RENAISSANCE" userId="S::22-49549-3@student.aiub.edu::0903d7e1-ba23-425c-bf7f-3729e2518dc7" providerId="AD" clId="Web-{384D0374-AA95-4DD2-866C-62B0179E22D2}" dt="2025-12-27T10:39:43.532" v="110"/>
          <ac:spMkLst>
            <pc:docMk/>
            <pc:sldMk cId="3486470739" sldId="274"/>
            <ac:spMk id="2" creationId="{D9D35B44-CEA8-5B6E-CCE8-52E85DDAE1A0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39:28.297" v="101"/>
          <ac:spMkLst>
            <pc:docMk/>
            <pc:sldMk cId="3486470739" sldId="274"/>
            <ac:spMk id="9" creationId="{86B12605-2E35-8E7B-4619-D059F008A384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39:47.719" v="114"/>
          <ac:spMkLst>
            <pc:docMk/>
            <pc:sldMk cId="3486470739" sldId="274"/>
            <ac:spMk id="10" creationId="{E12D2A7E-A864-C490-2CDD-5605D7C88E7A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39:47.719" v="113"/>
          <ac:spMkLst>
            <pc:docMk/>
            <pc:sldMk cId="3486470739" sldId="274"/>
            <ac:spMk id="11" creationId="{733CC70A-21B6-8F91-45EB-01675B8E0B0E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39:47.719" v="112"/>
          <ac:spMkLst>
            <pc:docMk/>
            <pc:sldMk cId="3486470739" sldId="274"/>
            <ac:spMk id="12" creationId="{343E174B-323A-095C-8832-F7C894EB4CB8}"/>
          </ac:spMkLst>
        </pc:spChg>
        <pc:spChg chg="add del">
          <ac:chgData name="ZEBA TAHSIN RENAISSANCE" userId="S::22-49549-3@student.aiub.edu::0903d7e1-ba23-425c-bf7f-3729e2518dc7" providerId="AD" clId="Web-{384D0374-AA95-4DD2-866C-62B0179E22D2}" dt="2025-12-27T10:39:47.719" v="111"/>
          <ac:spMkLst>
            <pc:docMk/>
            <pc:sldMk cId="3486470739" sldId="274"/>
            <ac:spMk id="13" creationId="{0FD0052F-9735-80AA-89EE-FD33EA026724}"/>
          </ac:spMkLst>
        </pc:spChg>
        <pc:spChg chg="mod">
          <ac:chgData name="ZEBA TAHSIN RENAISSANCE" userId="S::22-49549-3@student.aiub.edu::0903d7e1-ba23-425c-bf7f-3729e2518dc7" providerId="AD" clId="Web-{384D0374-AA95-4DD2-866C-62B0179E22D2}" dt="2025-12-27T10:41:35.633" v="148" actId="1076"/>
          <ac:spMkLst>
            <pc:docMk/>
            <pc:sldMk cId="3486470739" sldId="274"/>
            <ac:spMk id="16" creationId="{6E9717B5-C46E-C290-D524-D707FC0C1DA2}"/>
          </ac:spMkLst>
        </pc:spChg>
        <pc:grpChg chg="add del">
          <ac:chgData name="ZEBA TAHSIN RENAISSANCE" userId="S::22-49549-3@student.aiub.edu::0903d7e1-ba23-425c-bf7f-3729e2518dc7" providerId="AD" clId="Web-{384D0374-AA95-4DD2-866C-62B0179E22D2}" dt="2025-12-27T10:39:47.719" v="116"/>
          <ac:grpSpMkLst>
            <pc:docMk/>
            <pc:sldMk cId="3486470739" sldId="274"/>
            <ac:grpSpMk id="3" creationId="{E1907239-0552-D454-5A9A-F18190A5B9A6}"/>
          </ac:grpSpMkLst>
        </pc:grpChg>
        <pc:grpChg chg="add del">
          <ac:chgData name="ZEBA TAHSIN RENAISSANCE" userId="S::22-49549-3@student.aiub.edu::0903d7e1-ba23-425c-bf7f-3729e2518dc7" providerId="AD" clId="Web-{384D0374-AA95-4DD2-866C-62B0179E22D2}" dt="2025-12-27T10:39:47.719" v="115"/>
          <ac:grpSpMkLst>
            <pc:docMk/>
            <pc:sldMk cId="3486470739" sldId="274"/>
            <ac:grpSpMk id="6" creationId="{2E4E0001-5650-DB13-BE56-0F481F7CC104}"/>
          </ac:grpSpMkLst>
        </pc:grpChg>
        <pc:picChg chg="add del mod">
          <ac:chgData name="ZEBA TAHSIN RENAISSANCE" userId="S::22-49549-3@student.aiub.edu::0903d7e1-ba23-425c-bf7f-3729e2518dc7" providerId="AD" clId="Web-{384D0374-AA95-4DD2-866C-62B0179E22D2}" dt="2025-12-27T10:38:48.437" v="35"/>
          <ac:picMkLst>
            <pc:docMk/>
            <pc:sldMk cId="3486470739" sldId="274"/>
            <ac:picMk id="14" creationId="{A6E6F074-F069-A15E-222E-BF7CD0724607}"/>
          </ac:picMkLst>
        </pc:picChg>
        <pc:picChg chg="add mod">
          <ac:chgData name="ZEBA TAHSIN RENAISSANCE" userId="S::22-49549-3@student.aiub.edu::0903d7e1-ba23-425c-bf7f-3729e2518dc7" providerId="AD" clId="Web-{384D0374-AA95-4DD2-866C-62B0179E22D2}" dt="2025-12-27T10:40:00.532" v="119" actId="1076"/>
          <ac:picMkLst>
            <pc:docMk/>
            <pc:sldMk cId="3486470739" sldId="274"/>
            <ac:picMk id="15" creationId="{AF7E5EE4-67AA-AAE0-FF3D-F9A7F431A18D}"/>
          </ac:picMkLst>
        </pc:picChg>
      </pc:sldChg>
    </pc:docChg>
  </pc:docChgLst>
  <pc:docChgLst>
    <pc:chgData name="TAKBIR ZAMAN BHUIYAN" userId="S::22-49852-3@student.aiub.edu::44554c19-420a-43e4-af52-aeace053ed2b" providerId="AD" clId="Web-{06B5F329-FDF7-4420-9C2B-F0027482C505}"/>
    <pc:docChg chg="modSld">
      <pc:chgData name="TAKBIR ZAMAN BHUIYAN" userId="S::22-49852-3@student.aiub.edu::44554c19-420a-43e4-af52-aeace053ed2b" providerId="AD" clId="Web-{06B5F329-FDF7-4420-9C2B-F0027482C505}" dt="2025-12-28T04:58:04.751" v="14" actId="14100"/>
      <pc:docMkLst>
        <pc:docMk/>
      </pc:docMkLst>
      <pc:sldChg chg="modSp">
        <pc:chgData name="TAKBIR ZAMAN BHUIYAN" userId="S::22-49852-3@student.aiub.edu::44554c19-420a-43e4-af52-aeace053ed2b" providerId="AD" clId="Web-{06B5F329-FDF7-4420-9C2B-F0027482C505}" dt="2025-12-28T04:16:44.628" v="1" actId="20577"/>
        <pc:sldMkLst>
          <pc:docMk/>
          <pc:sldMk cId="606486631" sldId="271"/>
        </pc:sldMkLst>
        <pc:spChg chg="mod">
          <ac:chgData name="TAKBIR ZAMAN BHUIYAN" userId="S::22-49852-3@student.aiub.edu::44554c19-420a-43e4-af52-aeace053ed2b" providerId="AD" clId="Web-{06B5F329-FDF7-4420-9C2B-F0027482C505}" dt="2025-12-28T04:16:44.628" v="1" actId="20577"/>
          <ac:spMkLst>
            <pc:docMk/>
            <pc:sldMk cId="606486631" sldId="271"/>
            <ac:spMk id="6" creationId="{CE68E898-2927-1BB4-290D-725F0D6DF1D8}"/>
          </ac:spMkLst>
        </pc:spChg>
      </pc:sldChg>
      <pc:sldChg chg="addSp delSp modSp">
        <pc:chgData name="TAKBIR ZAMAN BHUIYAN" userId="S::22-49852-3@student.aiub.edu::44554c19-420a-43e4-af52-aeace053ed2b" providerId="AD" clId="Web-{06B5F329-FDF7-4420-9C2B-F0027482C505}" dt="2025-12-28T04:58:04.751" v="14" actId="14100"/>
        <pc:sldMkLst>
          <pc:docMk/>
          <pc:sldMk cId="761179765" sldId="276"/>
        </pc:sldMkLst>
        <pc:picChg chg="add del mod">
          <ac:chgData name="TAKBIR ZAMAN BHUIYAN" userId="S::22-49852-3@student.aiub.edu::44554c19-420a-43e4-af52-aeace053ed2b" providerId="AD" clId="Web-{06B5F329-FDF7-4420-9C2B-F0027482C505}" dt="2025-12-28T04:57:38.547" v="7"/>
          <ac:picMkLst>
            <pc:docMk/>
            <pc:sldMk cId="761179765" sldId="276"/>
            <ac:picMk id="2" creationId="{08C3A594-6B96-1E5C-3601-0D4E5A767A97}"/>
          </ac:picMkLst>
        </pc:picChg>
        <pc:picChg chg="add mod">
          <ac:chgData name="TAKBIR ZAMAN BHUIYAN" userId="S::22-49852-3@student.aiub.edu::44554c19-420a-43e4-af52-aeace053ed2b" providerId="AD" clId="Web-{06B5F329-FDF7-4420-9C2B-F0027482C505}" dt="2025-12-28T04:58:04.751" v="14" actId="14100"/>
          <ac:picMkLst>
            <pc:docMk/>
            <pc:sldMk cId="761179765" sldId="276"/>
            <ac:picMk id="4" creationId="{EBD3DFDC-4181-F56F-05BD-4C6B2086069B}"/>
          </ac:picMkLst>
        </pc:picChg>
        <pc:picChg chg="del">
          <ac:chgData name="TAKBIR ZAMAN BHUIYAN" userId="S::22-49852-3@student.aiub.edu::44554c19-420a-43e4-af52-aeace053ed2b" providerId="AD" clId="Web-{06B5F329-FDF7-4420-9C2B-F0027482C505}" dt="2025-12-28T04:55:26.520" v="2"/>
          <ac:picMkLst>
            <pc:docMk/>
            <pc:sldMk cId="761179765" sldId="276"/>
            <ac:picMk id="8" creationId="{59A9A28E-54B7-CA35-8D88-D5585667B8E9}"/>
          </ac:picMkLst>
        </pc:picChg>
      </pc:sldChg>
    </pc:docChg>
  </pc:docChgLst>
  <pc:docChgLst>
    <pc:chgData name="TAKBIR ZAMAN BHUIYAN" userId="S::22-49852-3@student.aiub.edu::44554c19-420a-43e4-af52-aeace053ed2b" providerId="AD" clId="Web-{8D6BE7DE-EE4F-43EF-AC5B-FDFFA926D386}"/>
    <pc:docChg chg="modSld">
      <pc:chgData name="TAKBIR ZAMAN BHUIYAN" userId="S::22-49852-3@student.aiub.edu::44554c19-420a-43e4-af52-aeace053ed2b" providerId="AD" clId="Web-{8D6BE7DE-EE4F-43EF-AC5B-FDFFA926D386}" dt="2025-12-27T10:32:48.606" v="95" actId="1076"/>
      <pc:docMkLst>
        <pc:docMk/>
      </pc:docMkLst>
      <pc:sldChg chg="addSp delSp modSp mod setBg">
        <pc:chgData name="TAKBIR ZAMAN BHUIYAN" userId="S::22-49852-3@student.aiub.edu::44554c19-420a-43e4-af52-aeace053ed2b" providerId="AD" clId="Web-{8D6BE7DE-EE4F-43EF-AC5B-FDFFA926D386}" dt="2025-12-27T10:28:36.808" v="74"/>
        <pc:sldMkLst>
          <pc:docMk/>
          <pc:sldMk cId="606486631" sldId="271"/>
        </pc:sldMkLst>
        <pc:spChg chg="del ord">
          <ac:chgData name="TAKBIR ZAMAN BHUIYAN" userId="S::22-49852-3@student.aiub.edu::44554c19-420a-43e4-af52-aeace053ed2b" providerId="AD" clId="Web-{8D6BE7DE-EE4F-43EF-AC5B-FDFFA926D386}" dt="2025-12-27T10:28:36.808" v="74"/>
          <ac:spMkLst>
            <pc:docMk/>
            <pc:sldMk cId="606486631" sldId="271"/>
            <ac:spMk id="2" creationId="{BD315AB9-CA98-3268-5901-7AA076EA698B}"/>
          </ac:spMkLst>
        </pc:spChg>
        <pc:spChg chg="mod ord">
          <ac:chgData name="TAKBIR ZAMAN BHUIYAN" userId="S::22-49852-3@student.aiub.edu::44554c19-420a-43e4-af52-aeace053ed2b" providerId="AD" clId="Web-{8D6BE7DE-EE4F-43EF-AC5B-FDFFA926D386}" dt="2025-12-27T10:28:25.073" v="71" actId="14100"/>
          <ac:spMkLst>
            <pc:docMk/>
            <pc:sldMk cId="606486631" sldId="271"/>
            <ac:spMk id="6" creationId="{CE68E898-2927-1BB4-290D-725F0D6DF1D8}"/>
          </ac:spMkLst>
        </pc:spChg>
        <pc:spChg chg="mod">
          <ac:chgData name="TAKBIR ZAMAN BHUIYAN" userId="S::22-49852-3@student.aiub.edu::44554c19-420a-43e4-af52-aeace053ed2b" providerId="AD" clId="Web-{8D6BE7DE-EE4F-43EF-AC5B-FDFFA926D386}" dt="2025-12-27T10:28:35.120" v="73" actId="14100"/>
          <ac:spMkLst>
            <pc:docMk/>
            <pc:sldMk cId="606486631" sldId="271"/>
            <ac:spMk id="24" creationId="{20DDFA29-C994-09A2-C920-FB538F6C8ADC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27.073" v="30"/>
          <ac:spMkLst>
            <pc:docMk/>
            <pc:sldMk cId="606486631" sldId="271"/>
            <ac:spMk id="29" creationId="{0E3596DD-156A-473E-9BB3-C6A29F7574E9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27.073" v="30"/>
          <ac:spMkLst>
            <pc:docMk/>
            <pc:sldMk cId="606486631" sldId="271"/>
            <ac:spMk id="31" creationId="{2C46C4D6-C474-4E92-B52E-944C1118F7B6}"/>
          </ac:spMkLst>
        </pc:spChg>
        <pc:spChg chg="add">
          <ac:chgData name="TAKBIR ZAMAN BHUIYAN" userId="S::22-49852-3@student.aiub.edu::44554c19-420a-43e4-af52-aeace053ed2b" providerId="AD" clId="Web-{8D6BE7DE-EE4F-43EF-AC5B-FDFFA926D386}" dt="2025-12-27T10:24:27.088" v="31"/>
          <ac:spMkLst>
            <pc:docMk/>
            <pc:sldMk cId="606486631" sldId="271"/>
            <ac:spMk id="33" creationId="{F821940F-7A1D-4ACC-85B4-A932898ABB37}"/>
          </ac:spMkLst>
        </pc:spChg>
        <pc:spChg chg="add">
          <ac:chgData name="TAKBIR ZAMAN BHUIYAN" userId="S::22-49852-3@student.aiub.edu::44554c19-420a-43e4-af52-aeace053ed2b" providerId="AD" clId="Web-{8D6BE7DE-EE4F-43EF-AC5B-FDFFA926D386}" dt="2025-12-27T10:24:27.088" v="31"/>
          <ac:spMkLst>
            <pc:docMk/>
            <pc:sldMk cId="606486631" sldId="271"/>
            <ac:spMk id="34" creationId="{16674508-81D3-48CF-96BF-7FC60EAA572A}"/>
          </ac:spMkLst>
        </pc:spChg>
        <pc:picChg chg="add mod">
          <ac:chgData name="TAKBIR ZAMAN BHUIYAN" userId="S::22-49852-3@student.aiub.edu::44554c19-420a-43e4-af52-aeace053ed2b" providerId="AD" clId="Web-{8D6BE7DE-EE4F-43EF-AC5B-FDFFA926D386}" dt="2025-12-27T10:24:27.088" v="31"/>
          <ac:picMkLst>
            <pc:docMk/>
            <pc:sldMk cId="606486631" sldId="271"/>
            <ac:picMk id="3" creationId="{60EAF5D6-B5AD-5258-C58F-DF93D4AA3125}"/>
          </ac:picMkLst>
        </pc:picChg>
      </pc:sldChg>
      <pc:sldChg chg="addSp delSp modSp mod setBg">
        <pc:chgData name="TAKBIR ZAMAN BHUIYAN" userId="S::22-49852-3@student.aiub.edu::44554c19-420a-43e4-af52-aeace053ed2b" providerId="AD" clId="Web-{8D6BE7DE-EE4F-43EF-AC5B-FDFFA926D386}" dt="2025-12-27T10:32:48.606" v="95" actId="1076"/>
        <pc:sldMkLst>
          <pc:docMk/>
          <pc:sldMk cId="761179765" sldId="276"/>
        </pc:sldMkLst>
        <pc:spChg chg="mod ord">
          <ac:chgData name="TAKBIR ZAMAN BHUIYAN" userId="S::22-49852-3@student.aiub.edu::44554c19-420a-43e4-af52-aeace053ed2b" providerId="AD" clId="Web-{8D6BE7DE-EE4F-43EF-AC5B-FDFFA926D386}" dt="2025-12-27T10:32:48.606" v="95" actId="1076"/>
          <ac:spMkLst>
            <pc:docMk/>
            <pc:sldMk cId="761179765" sldId="276"/>
            <ac:spMk id="3" creationId="{BE5DB096-44EC-5AB4-0130-A28776B2A66C}"/>
          </ac:spMkLst>
        </pc:spChg>
        <pc:spChg chg="mod">
          <ac:chgData name="TAKBIR ZAMAN BHUIYAN" userId="S::22-49852-3@student.aiub.edu::44554c19-420a-43e4-af52-aeace053ed2b" providerId="AD" clId="Web-{8D6BE7DE-EE4F-43EF-AC5B-FDFFA926D386}" dt="2025-12-27T10:29:23.417" v="80" actId="1076"/>
          <ac:spMkLst>
            <pc:docMk/>
            <pc:sldMk cId="761179765" sldId="276"/>
            <ac:spMk id="24" creationId="{8A13EA37-162A-34B9-4A3A-F4EF51D0B8BC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18:45.207" v="3"/>
          <ac:spMkLst>
            <pc:docMk/>
            <pc:sldMk cId="761179765" sldId="276"/>
            <ac:spMk id="29" creationId="{A8908DB7-C3A6-4FCB-9820-CEE02B398C4A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18:45.207" v="3"/>
          <ac:spMkLst>
            <pc:docMk/>
            <pc:sldMk cId="761179765" sldId="276"/>
            <ac:spMk id="31" creationId="{535742DD-1B16-4E9D-B715-0D74B4574A68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3:24.088" v="18"/>
          <ac:spMkLst>
            <pc:docMk/>
            <pc:sldMk cId="761179765" sldId="276"/>
            <ac:spMk id="41" creationId="{C4285719-470E-454C-AF62-8323075F1F5B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3:24.088" v="18"/>
          <ac:spMkLst>
            <pc:docMk/>
            <pc:sldMk cId="761179765" sldId="276"/>
            <ac:spMk id="43" creationId="{CD9FE4EF-C4D8-49A0-B2FF-81D8DB7D8A24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3:24.088" v="18"/>
          <ac:spMkLst>
            <pc:docMk/>
            <pc:sldMk cId="761179765" sldId="276"/>
            <ac:spMk id="45" creationId="{4300840D-0A0B-4512-BACA-B439D5B9C57C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3:24.088" v="18"/>
          <ac:spMkLst>
            <pc:docMk/>
            <pc:sldMk cId="761179765" sldId="276"/>
            <ac:spMk id="47" creationId="{D2B78728-A580-49A7-84F9-6EF6F583ADE0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3:24.088" v="18"/>
          <ac:spMkLst>
            <pc:docMk/>
            <pc:sldMk cId="761179765" sldId="276"/>
            <ac:spMk id="49" creationId="{38FAA1A1-D861-433F-88FA-1E9D6FD31D11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3:24.088" v="18"/>
          <ac:spMkLst>
            <pc:docMk/>
            <pc:sldMk cId="761179765" sldId="276"/>
            <ac:spMk id="51" creationId="{8D71EDA1-87BF-4D5D-AB79-F346FD19278A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3:31.088" v="20"/>
          <ac:spMkLst>
            <pc:docMk/>
            <pc:sldMk cId="761179765" sldId="276"/>
            <ac:spMk id="53" creationId="{F821940F-7A1D-4ACC-85B4-A932898ABB37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3:31.088" v="20"/>
          <ac:spMkLst>
            <pc:docMk/>
            <pc:sldMk cId="761179765" sldId="276"/>
            <ac:spMk id="54" creationId="{16674508-81D3-48CF-96BF-7FC60EAA572A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3:39.916" v="22"/>
          <ac:spMkLst>
            <pc:docMk/>
            <pc:sldMk cId="761179765" sldId="276"/>
            <ac:spMk id="56" creationId="{2EB492CD-616E-47F8-933B-5E2D952A0593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3:39.916" v="22"/>
          <ac:spMkLst>
            <pc:docMk/>
            <pc:sldMk cId="761179765" sldId="276"/>
            <ac:spMk id="57" creationId="{59383CF9-23B5-4335-9B21-1791C4CF1C75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3:39.916" v="22"/>
          <ac:spMkLst>
            <pc:docMk/>
            <pc:sldMk cId="761179765" sldId="276"/>
            <ac:spMk id="58" creationId="{0007FE00-9498-4706-B255-6437B0252C02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54.839" v="40"/>
          <ac:spMkLst>
            <pc:docMk/>
            <pc:sldMk cId="761179765" sldId="276"/>
            <ac:spMk id="60" creationId="{0E3596DD-156A-473E-9BB3-C6A29F7574E9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54.839" v="40"/>
          <ac:spMkLst>
            <pc:docMk/>
            <pc:sldMk cId="761179765" sldId="276"/>
            <ac:spMk id="61" creationId="{2C46C4D6-C474-4E92-B52E-944C1118F7B6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43.713" v="33"/>
          <ac:spMkLst>
            <pc:docMk/>
            <pc:sldMk cId="761179765" sldId="276"/>
            <ac:spMk id="66" creationId="{2EB492CD-616E-47F8-933B-5E2D952A0593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43.713" v="33"/>
          <ac:spMkLst>
            <pc:docMk/>
            <pc:sldMk cId="761179765" sldId="276"/>
            <ac:spMk id="68" creationId="{59383CF9-23B5-4335-9B21-1791C4CF1C75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43.713" v="33"/>
          <ac:spMkLst>
            <pc:docMk/>
            <pc:sldMk cId="761179765" sldId="276"/>
            <ac:spMk id="70" creationId="{0007FE00-9498-4706-B255-6437B0252C02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48.229" v="35"/>
          <ac:spMkLst>
            <pc:docMk/>
            <pc:sldMk cId="761179765" sldId="276"/>
            <ac:spMk id="72" creationId="{5AA03EDC-7067-4DFF-B672-541D016AAAB8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48.229" v="35"/>
          <ac:spMkLst>
            <pc:docMk/>
            <pc:sldMk cId="761179765" sldId="276"/>
            <ac:spMk id="73" creationId="{0EBF3E39-B0BE-496A-8604-9007470FFA3A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51.073" v="37"/>
          <ac:spMkLst>
            <pc:docMk/>
            <pc:sldMk cId="761179765" sldId="276"/>
            <ac:spMk id="74" creationId="{26A515A1-4D80-430E-BE0A-71A290516A82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51.073" v="37"/>
          <ac:spMkLst>
            <pc:docMk/>
            <pc:sldMk cId="761179765" sldId="276"/>
            <ac:spMk id="75" creationId="{0D7B6173-1D58-48E2-83CF-37350F315F75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51.073" v="37"/>
          <ac:spMkLst>
            <pc:docMk/>
            <pc:sldMk cId="761179765" sldId="276"/>
            <ac:spMk id="76" creationId="{02EBFA83-D4DB-4CA0-B229-9E44634D7FE9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51.073" v="37"/>
          <ac:spMkLst>
            <pc:docMk/>
            <pc:sldMk cId="761179765" sldId="276"/>
            <ac:spMk id="78" creationId="{21BDEC81-16A7-4451-B893-C15000083B77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54.823" v="39"/>
          <ac:spMkLst>
            <pc:docMk/>
            <pc:sldMk cId="761179765" sldId="276"/>
            <ac:spMk id="80" creationId="{6EA86598-DA2C-41D5-BC0C-E877F8818EEB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54.823" v="39"/>
          <ac:spMkLst>
            <pc:docMk/>
            <pc:sldMk cId="761179765" sldId="276"/>
            <ac:spMk id="81" creationId="{450D3AD2-FA80-415F-A9CE-54D884561CD7}"/>
          </ac:spMkLst>
        </pc:spChg>
        <pc:spChg chg="add del">
          <ac:chgData name="TAKBIR ZAMAN BHUIYAN" userId="S::22-49852-3@student.aiub.edu::44554c19-420a-43e4-af52-aeace053ed2b" providerId="AD" clId="Web-{8D6BE7DE-EE4F-43EF-AC5B-FDFFA926D386}" dt="2025-12-27T10:24:54.823" v="39"/>
          <ac:spMkLst>
            <pc:docMk/>
            <pc:sldMk cId="761179765" sldId="276"/>
            <ac:spMk id="82" creationId="{87F16C5A-0D41-47A9-B0A2-9C2AD7A8CF32}"/>
          </ac:spMkLst>
        </pc:spChg>
        <pc:spChg chg="add">
          <ac:chgData name="TAKBIR ZAMAN BHUIYAN" userId="S::22-49852-3@student.aiub.edu::44554c19-420a-43e4-af52-aeace053ed2b" providerId="AD" clId="Web-{8D6BE7DE-EE4F-43EF-AC5B-FDFFA926D386}" dt="2025-12-27T10:24:54.839" v="40"/>
          <ac:spMkLst>
            <pc:docMk/>
            <pc:sldMk cId="761179765" sldId="276"/>
            <ac:spMk id="84" creationId="{F821940F-7A1D-4ACC-85B4-A932898ABB37}"/>
          </ac:spMkLst>
        </pc:spChg>
        <pc:spChg chg="add">
          <ac:chgData name="TAKBIR ZAMAN BHUIYAN" userId="S::22-49852-3@student.aiub.edu::44554c19-420a-43e4-af52-aeace053ed2b" providerId="AD" clId="Web-{8D6BE7DE-EE4F-43EF-AC5B-FDFFA926D386}" dt="2025-12-27T10:24:54.839" v="40"/>
          <ac:spMkLst>
            <pc:docMk/>
            <pc:sldMk cId="761179765" sldId="276"/>
            <ac:spMk id="85" creationId="{16674508-81D3-48CF-96BF-7FC60EAA572A}"/>
          </ac:spMkLst>
        </pc:spChg>
        <pc:grpChg chg="add del">
          <ac:chgData name="TAKBIR ZAMAN BHUIYAN" userId="S::22-49852-3@student.aiub.edu::44554c19-420a-43e4-af52-aeace053ed2b" providerId="AD" clId="Web-{8D6BE7DE-EE4F-43EF-AC5B-FDFFA926D386}" dt="2025-12-27T10:23:39.916" v="23"/>
          <ac:grpSpMkLst>
            <pc:docMk/>
            <pc:sldMk cId="761179765" sldId="276"/>
            <ac:grpSpMk id="35" creationId="{6258F736-B256-8039-9DC6-F4E49A5C5AD5}"/>
          </ac:grpSpMkLst>
        </pc:grpChg>
        <pc:picChg chg="add del mod">
          <ac:chgData name="TAKBIR ZAMAN BHUIYAN" userId="S::22-49852-3@student.aiub.edu::44554c19-420a-43e4-af52-aeace053ed2b" providerId="AD" clId="Web-{8D6BE7DE-EE4F-43EF-AC5B-FDFFA926D386}" dt="2025-12-27T10:22:49.650" v="12"/>
          <ac:picMkLst>
            <pc:docMk/>
            <pc:sldMk cId="761179765" sldId="276"/>
            <ac:picMk id="2" creationId="{60D2F05F-CAF2-9E96-4513-8EDF0ECC9FC5}"/>
          </ac:picMkLst>
        </pc:picChg>
        <pc:picChg chg="add mod">
          <ac:chgData name="TAKBIR ZAMAN BHUIYAN" userId="S::22-49852-3@student.aiub.edu::44554c19-420a-43e4-af52-aeace053ed2b" providerId="AD" clId="Web-{8D6BE7DE-EE4F-43EF-AC5B-FDFFA926D386}" dt="2025-12-27T10:24:54.839" v="40"/>
          <ac:picMkLst>
            <pc:docMk/>
            <pc:sldMk cId="761179765" sldId="276"/>
            <ac:picMk id="4" creationId="{BE99103B-C430-EE1A-6523-36342184F792}"/>
          </ac:picMkLst>
        </pc:picChg>
        <pc:picChg chg="add del">
          <ac:chgData name="TAKBIR ZAMAN BHUIYAN" userId="S::22-49852-3@student.aiub.edu::44554c19-420a-43e4-af52-aeace053ed2b" providerId="AD" clId="Web-{8D6BE7DE-EE4F-43EF-AC5B-FDFFA926D386}" dt="2025-12-27T10:24:51.073" v="37"/>
          <ac:picMkLst>
            <pc:docMk/>
            <pc:sldMk cId="761179765" sldId="276"/>
            <ac:picMk id="77" creationId="{B0DAC8FB-A162-44E3-A606-C855A03A5B09}"/>
          </ac:picMkLst>
        </pc:picChg>
        <pc:cxnChg chg="add del">
          <ac:chgData name="TAKBIR ZAMAN BHUIYAN" userId="S::22-49852-3@student.aiub.edu::44554c19-420a-43e4-af52-aeace053ed2b" providerId="AD" clId="Web-{8D6BE7DE-EE4F-43EF-AC5B-FDFFA926D386}" dt="2025-12-27T10:18:49.957" v="5"/>
          <ac:cxnSpMkLst>
            <pc:docMk/>
            <pc:sldMk cId="761179765" sldId="276"/>
            <ac:cxnSpMk id="33" creationId="{249EDD1B-F94D-B4E6-ACAA-566B9A26FDE3}"/>
          </ac:cxnSpMkLst>
        </pc:cxnChg>
      </pc:sldChg>
      <pc:sldChg chg="addSp delSp modSp">
        <pc:chgData name="TAKBIR ZAMAN BHUIYAN" userId="S::22-49852-3@student.aiub.edu::44554c19-420a-43e4-af52-aeace053ed2b" providerId="AD" clId="Web-{8D6BE7DE-EE4F-43EF-AC5B-FDFFA926D386}" dt="2025-12-27T10:32:29.996" v="94" actId="14100"/>
        <pc:sldMkLst>
          <pc:docMk/>
          <pc:sldMk cId="2037324883" sldId="278"/>
        </pc:sldMkLst>
        <pc:spChg chg="mod">
          <ac:chgData name="TAKBIR ZAMAN BHUIYAN" userId="S::22-49852-3@student.aiub.edu::44554c19-420a-43e4-af52-aeace053ed2b" providerId="AD" clId="Web-{8D6BE7DE-EE4F-43EF-AC5B-FDFFA926D386}" dt="2025-12-27T10:28:58.089" v="76" actId="20577"/>
          <ac:spMkLst>
            <pc:docMk/>
            <pc:sldMk cId="2037324883" sldId="278"/>
            <ac:spMk id="6" creationId="{5C016C9D-E00F-7530-8EBA-58EA4239B310}"/>
          </ac:spMkLst>
        </pc:spChg>
        <pc:picChg chg="add del mod">
          <ac:chgData name="TAKBIR ZAMAN BHUIYAN" userId="S::22-49852-3@student.aiub.edu::44554c19-420a-43e4-af52-aeace053ed2b" providerId="AD" clId="Web-{8D6BE7DE-EE4F-43EF-AC5B-FDFFA926D386}" dt="2025-12-27T10:26:21.260" v="58"/>
          <ac:picMkLst>
            <pc:docMk/>
            <pc:sldMk cId="2037324883" sldId="278"/>
            <ac:picMk id="2" creationId="{8B0BA52A-E4F8-23B4-7260-C5AD55AB7488}"/>
          </ac:picMkLst>
        </pc:picChg>
        <pc:picChg chg="add del mod">
          <ac:chgData name="TAKBIR ZAMAN BHUIYAN" userId="S::22-49852-3@student.aiub.edu::44554c19-420a-43e4-af52-aeace053ed2b" providerId="AD" clId="Web-{8D6BE7DE-EE4F-43EF-AC5B-FDFFA926D386}" dt="2025-12-27T10:31:54.699" v="85"/>
          <ac:picMkLst>
            <pc:docMk/>
            <pc:sldMk cId="2037324883" sldId="278"/>
            <ac:picMk id="3" creationId="{B223FE36-EB3E-2742-FC67-E4EA4E99CDEF}"/>
          </ac:picMkLst>
        </pc:picChg>
        <pc:picChg chg="add mod">
          <ac:chgData name="TAKBIR ZAMAN BHUIYAN" userId="S::22-49852-3@student.aiub.edu::44554c19-420a-43e4-af52-aeace053ed2b" providerId="AD" clId="Web-{8D6BE7DE-EE4F-43EF-AC5B-FDFFA926D386}" dt="2025-12-27T10:32:29.996" v="94" actId="14100"/>
          <ac:picMkLst>
            <pc:docMk/>
            <pc:sldMk cId="2037324883" sldId="278"/>
            <ac:picMk id="4" creationId="{C3CD3481-F003-5CC5-A8BE-4ADA6CD68AB5}"/>
          </ac:picMkLst>
        </pc:picChg>
      </pc:sldChg>
    </pc:docChg>
  </pc:docChgLst>
  <pc:docChgLst>
    <pc:chgData name="Guest User" userId="S::urn:spo:tenantanon#5f86736b-ef43-4992-9624-06dc6eeaf097::" providerId="AD" clId="Web-{9971D4BD-D20E-F3AC-DEC8-217FCD8778D8}"/>
    <pc:docChg chg="addSld delSld modSld sldOrd">
      <pc:chgData name="Guest User" userId="S::urn:spo:tenantanon#5f86736b-ef43-4992-9624-06dc6eeaf097::" providerId="AD" clId="Web-{9971D4BD-D20E-F3AC-DEC8-217FCD8778D8}" dt="2025-12-26T23:14:18.766" v="936" actId="14100"/>
      <pc:docMkLst>
        <pc:docMk/>
      </pc:docMkLst>
      <pc:sldChg chg="ord">
        <pc:chgData name="Guest User" userId="S::urn:spo:tenantanon#5f86736b-ef43-4992-9624-06dc6eeaf097::" providerId="AD" clId="Web-{9971D4BD-D20E-F3AC-DEC8-217FCD8778D8}" dt="2025-12-26T21:22:07.778" v="328"/>
        <pc:sldMkLst>
          <pc:docMk/>
          <pc:sldMk cId="0" sldId="259"/>
        </pc:sldMkLst>
      </pc:sldChg>
      <pc:sldChg chg="addSp delSp modSp">
        <pc:chgData name="Guest User" userId="S::urn:spo:tenantanon#5f86736b-ef43-4992-9624-06dc6eeaf097::" providerId="AD" clId="Web-{9971D4BD-D20E-F3AC-DEC8-217FCD8778D8}" dt="2025-12-26T23:00:17.351" v="866" actId="20577"/>
        <pc:sldMkLst>
          <pc:docMk/>
          <pc:sldMk cId="0" sldId="261"/>
        </pc:sldMkLst>
        <pc:spChg chg="add del mod">
          <ac:chgData name="Guest User" userId="S::urn:spo:tenantanon#5f86736b-ef43-4992-9624-06dc6eeaf097::" providerId="AD" clId="Web-{9971D4BD-D20E-F3AC-DEC8-217FCD8778D8}" dt="2025-12-26T23:00:17.351" v="866" actId="20577"/>
          <ac:spMkLst>
            <pc:docMk/>
            <pc:sldMk cId="0" sldId="261"/>
            <ac:spMk id="12" creationId="{00000000-0000-0000-0000-000000000000}"/>
          </ac:spMkLst>
        </pc:spChg>
        <pc:spChg chg="add del">
          <ac:chgData name="Guest User" userId="S::urn:spo:tenantanon#5f86736b-ef43-4992-9624-06dc6eeaf097::" providerId="AD" clId="Web-{9971D4BD-D20E-F3AC-DEC8-217FCD8778D8}" dt="2025-12-26T20:11:56.226" v="134"/>
          <ac:spMkLst>
            <pc:docMk/>
            <pc:sldMk cId="0" sldId="261"/>
            <ac:spMk id="16" creationId="{DDA1C69C-BEE0-6594-40F1-45728A967EA0}"/>
          </ac:spMkLst>
        </pc:spChg>
        <pc:spChg chg="add del mod">
          <ac:chgData name="Guest User" userId="S::urn:spo:tenantanon#5f86736b-ef43-4992-9624-06dc6eeaf097::" providerId="AD" clId="Web-{9971D4BD-D20E-F3AC-DEC8-217FCD8778D8}" dt="2025-12-26T22:28:34.951" v="650" actId="20577"/>
          <ac:spMkLst>
            <pc:docMk/>
            <pc:sldMk cId="0" sldId="261"/>
            <ac:spMk id="23" creationId="{424B0FCC-7023-352D-25D2-3F2DAB399A23}"/>
          </ac:spMkLst>
        </pc:spChg>
        <pc:picChg chg="add mod">
          <ac:chgData name="Guest User" userId="S::urn:spo:tenantanon#5f86736b-ef43-4992-9624-06dc6eeaf097::" providerId="AD" clId="Web-{9971D4BD-D20E-F3AC-DEC8-217FCD8778D8}" dt="2025-12-26T21:38:50.388" v="386"/>
          <ac:picMkLst>
            <pc:docMk/>
            <pc:sldMk cId="0" sldId="261"/>
            <ac:picMk id="25" creationId="{11521062-3758-82A7-D406-1FB58164A2D3}"/>
          </ac:picMkLst>
        </pc:picChg>
      </pc:sldChg>
      <pc:sldChg chg="addSp delSp modSp">
        <pc:chgData name="Guest User" userId="S::urn:spo:tenantanon#5f86736b-ef43-4992-9624-06dc6eeaf097::" providerId="AD" clId="Web-{9971D4BD-D20E-F3AC-DEC8-217FCD8778D8}" dt="2025-12-26T23:14:18.766" v="936" actId="14100"/>
        <pc:sldMkLst>
          <pc:docMk/>
          <pc:sldMk cId="437875081" sldId="272"/>
        </pc:sldMkLst>
        <pc:spChg chg="add mod">
          <ac:chgData name="Guest User" userId="S::urn:spo:tenantanon#5f86736b-ef43-4992-9624-06dc6eeaf097::" providerId="AD" clId="Web-{9971D4BD-D20E-F3AC-DEC8-217FCD8778D8}" dt="2025-12-26T23:14:02.218" v="927" actId="1076"/>
          <ac:spMkLst>
            <pc:docMk/>
            <pc:sldMk cId="437875081" sldId="272"/>
            <ac:spMk id="26" creationId="{2ACBE0E4-D4AE-6938-9AB8-8AA9963E3FFA}"/>
          </ac:spMkLst>
        </pc:spChg>
        <pc:spChg chg="add mod">
          <ac:chgData name="Guest User" userId="S::urn:spo:tenantanon#5f86736b-ef43-4992-9624-06dc6eeaf097::" providerId="AD" clId="Web-{9971D4BD-D20E-F3AC-DEC8-217FCD8778D8}" dt="2025-12-26T23:14:12.391" v="934" actId="1076"/>
          <ac:spMkLst>
            <pc:docMk/>
            <pc:sldMk cId="437875081" sldId="272"/>
            <ac:spMk id="28" creationId="{EE5654F1-0144-2221-4B1A-3BAD6EC51CD7}"/>
          </ac:spMkLst>
        </pc:spChg>
        <pc:picChg chg="add mod">
          <ac:chgData name="Guest User" userId="S::urn:spo:tenantanon#5f86736b-ef43-4992-9624-06dc6eeaf097::" providerId="AD" clId="Web-{9971D4BD-D20E-F3AC-DEC8-217FCD8778D8}" dt="2025-12-26T23:14:02.218" v="926" actId="1076"/>
          <ac:picMkLst>
            <pc:docMk/>
            <pc:sldMk cId="437875081" sldId="272"/>
            <ac:picMk id="27" creationId="{FBF0DB6B-F5E8-E690-F243-48C2492CAB71}"/>
          </ac:picMkLst>
        </pc:picChg>
        <pc:picChg chg="add mod">
          <ac:chgData name="Guest User" userId="S::urn:spo:tenantanon#5f86736b-ef43-4992-9624-06dc6eeaf097::" providerId="AD" clId="Web-{9971D4BD-D20E-F3AC-DEC8-217FCD8778D8}" dt="2025-12-26T23:14:12.391" v="935" actId="1076"/>
          <ac:picMkLst>
            <pc:docMk/>
            <pc:sldMk cId="437875081" sldId="272"/>
            <ac:picMk id="29" creationId="{2E21841C-9E6C-F696-E510-971BB499386F}"/>
          </ac:picMkLst>
        </pc:picChg>
      </pc:sldChg>
      <pc:sldChg chg="addSp delSp modSp add replId">
        <pc:chgData name="Guest User" userId="S::urn:spo:tenantanon#5f86736b-ef43-4992-9624-06dc6eeaf097::" providerId="AD" clId="Web-{9971D4BD-D20E-F3AC-DEC8-217FCD8778D8}" dt="2025-12-26T22:37:24.207" v="710" actId="14100"/>
        <pc:sldMkLst>
          <pc:docMk/>
          <pc:sldMk cId="2774418929" sldId="280"/>
        </pc:sldMkLst>
        <pc:spChg chg="add mod">
          <ac:chgData name="Guest User" userId="S::urn:spo:tenantanon#5f86736b-ef43-4992-9624-06dc6eeaf097::" providerId="AD" clId="Web-{9971D4BD-D20E-F3AC-DEC8-217FCD8778D8}" dt="2025-12-26T22:30:34.595" v="659" actId="1076"/>
          <ac:spMkLst>
            <pc:docMk/>
            <pc:sldMk cId="2774418929" sldId="280"/>
            <ac:spMk id="2" creationId="{C830555D-8067-5168-5286-AC0DA14A6FCE}"/>
          </ac:spMkLst>
        </pc:spChg>
        <pc:spChg chg="add mod">
          <ac:chgData name="Guest User" userId="S::urn:spo:tenantanon#5f86736b-ef43-4992-9624-06dc6eeaf097::" providerId="AD" clId="Web-{9971D4BD-D20E-F3AC-DEC8-217FCD8778D8}" dt="2025-12-26T22:30:34.611" v="660" actId="1076"/>
          <ac:spMkLst>
            <pc:docMk/>
            <pc:sldMk cId="2774418929" sldId="280"/>
            <ac:spMk id="4" creationId="{7FBEFA23-11C5-46AA-CD73-FA1CF0680A6E}"/>
          </ac:spMkLst>
        </pc:spChg>
        <pc:spChg chg="add mod">
          <ac:chgData name="Guest User" userId="S::urn:spo:tenantanon#5f86736b-ef43-4992-9624-06dc6eeaf097::" providerId="AD" clId="Web-{9971D4BD-D20E-F3AC-DEC8-217FCD8778D8}" dt="2025-12-26T22:37:20.113" v="709" actId="14100"/>
          <ac:spMkLst>
            <pc:docMk/>
            <pc:sldMk cId="2774418929" sldId="280"/>
            <ac:spMk id="5" creationId="{825F2EA7-3FDA-F3F1-2D2B-86DEF81F629D}"/>
          </ac:spMkLst>
        </pc:spChg>
        <pc:spChg chg="add mod">
          <ac:chgData name="Guest User" userId="S::urn:spo:tenantanon#5f86736b-ef43-4992-9624-06dc6eeaf097::" providerId="AD" clId="Web-{9971D4BD-D20E-F3AC-DEC8-217FCD8778D8}" dt="2025-12-26T22:37:16.489" v="703" actId="1076"/>
          <ac:spMkLst>
            <pc:docMk/>
            <pc:sldMk cId="2774418929" sldId="280"/>
            <ac:spMk id="6" creationId="{A6A8C5C3-F57D-604A-AB89-797F28E78C8A}"/>
          </ac:spMkLst>
        </pc:spChg>
        <pc:spChg chg="add mod">
          <ac:chgData name="Guest User" userId="S::urn:spo:tenantanon#5f86736b-ef43-4992-9624-06dc6eeaf097::" providerId="AD" clId="Web-{9971D4BD-D20E-F3AC-DEC8-217FCD8778D8}" dt="2025-12-26T22:37:16.504" v="704" actId="1076"/>
          <ac:spMkLst>
            <pc:docMk/>
            <pc:sldMk cId="2774418929" sldId="280"/>
            <ac:spMk id="7" creationId="{F767A4C9-DEE2-39B4-21B0-2A9FC2D28D39}"/>
          </ac:spMkLst>
        </pc:spChg>
        <pc:spChg chg="add mod">
          <ac:chgData name="Guest User" userId="S::urn:spo:tenantanon#5f86736b-ef43-4992-9624-06dc6eeaf097::" providerId="AD" clId="Web-{9971D4BD-D20E-F3AC-DEC8-217FCD8778D8}" dt="2025-12-26T22:36:48.473" v="700" actId="20577"/>
          <ac:spMkLst>
            <pc:docMk/>
            <pc:sldMk cId="2774418929" sldId="280"/>
            <ac:spMk id="8" creationId="{3F78EEF3-BE1B-4F2C-A026-D7A6AAB54858}"/>
          </ac:spMkLst>
        </pc:spChg>
        <pc:spChg chg="add mod">
          <ac:chgData name="Guest User" userId="S::urn:spo:tenantanon#5f86736b-ef43-4992-9624-06dc6eeaf097::" providerId="AD" clId="Web-{9971D4BD-D20E-F3AC-DEC8-217FCD8778D8}" dt="2025-12-26T22:36:42.208" v="699" actId="20577"/>
          <ac:spMkLst>
            <pc:docMk/>
            <pc:sldMk cId="2774418929" sldId="280"/>
            <ac:spMk id="9" creationId="{EF34A7CC-5522-6765-33FE-0F1E61C99141}"/>
          </ac:spMkLst>
        </pc:spChg>
        <pc:spChg chg="add mod">
          <ac:chgData name="Guest User" userId="S::urn:spo:tenantanon#5f86736b-ef43-4992-9624-06dc6eeaf097::" providerId="AD" clId="Web-{9971D4BD-D20E-F3AC-DEC8-217FCD8778D8}" dt="2025-12-26T22:37:24.207" v="710" actId="14100"/>
          <ac:spMkLst>
            <pc:docMk/>
            <pc:sldMk cId="2774418929" sldId="280"/>
            <ac:spMk id="13" creationId="{516FC0EB-6C96-4BCD-0951-BEA76A944CEF}"/>
          </ac:spMkLst>
        </pc:spChg>
        <pc:spChg chg="add mod">
          <ac:chgData name="Guest User" userId="S::urn:spo:tenantanon#5f86736b-ef43-4992-9624-06dc6eeaf097::" providerId="AD" clId="Web-{9971D4BD-D20E-F3AC-DEC8-217FCD8778D8}" dt="2025-12-26T22:35:00.660" v="686" actId="20577"/>
          <ac:spMkLst>
            <pc:docMk/>
            <pc:sldMk cId="2774418929" sldId="280"/>
            <ac:spMk id="33" creationId="{FD49F533-776E-E478-2E02-502A309567FC}"/>
          </ac:spMkLst>
        </pc:spChg>
        <pc:picChg chg="add mod">
          <ac:chgData name="Guest User" userId="S::urn:spo:tenantanon#5f86736b-ef43-4992-9624-06dc6eeaf097::" providerId="AD" clId="Web-{9971D4BD-D20E-F3AC-DEC8-217FCD8778D8}" dt="2025-12-26T22:30:34.736" v="667" actId="1076"/>
          <ac:picMkLst>
            <pc:docMk/>
            <pc:sldMk cId="2774418929" sldId="280"/>
            <ac:picMk id="17" creationId="{C9C3476C-B37F-BD81-6015-145621353655}"/>
          </ac:picMkLst>
        </pc:picChg>
        <pc:picChg chg="add mod">
          <ac:chgData name="Guest User" userId="S::urn:spo:tenantanon#5f86736b-ef43-4992-9624-06dc6eeaf097::" providerId="AD" clId="Web-{9971D4BD-D20E-F3AC-DEC8-217FCD8778D8}" dt="2025-12-26T22:30:34.877" v="676" actId="1076"/>
          <ac:picMkLst>
            <pc:docMk/>
            <pc:sldMk cId="2774418929" sldId="280"/>
            <ac:picMk id="30" creationId="{5B118620-A5B5-4235-ABE9-7CA6C484A5BA}"/>
          </ac:picMkLst>
        </pc:picChg>
        <pc:cxnChg chg="add mod">
          <ac:chgData name="Guest User" userId="S::urn:spo:tenantanon#5f86736b-ef43-4992-9624-06dc6eeaf097::" providerId="AD" clId="Web-{9971D4BD-D20E-F3AC-DEC8-217FCD8778D8}" dt="2025-12-26T22:30:34.752" v="668" actId="1076"/>
          <ac:cxnSpMkLst>
            <pc:docMk/>
            <pc:sldMk cId="2774418929" sldId="280"/>
            <ac:cxnSpMk id="20" creationId="{5F0364EB-DAB8-547C-725C-1DFFA227ECC3}"/>
          </ac:cxnSpMkLst>
        </pc:cxnChg>
        <pc:cxnChg chg="add mod">
          <ac:chgData name="Guest User" userId="S::urn:spo:tenantanon#5f86736b-ef43-4992-9624-06dc6eeaf097::" providerId="AD" clId="Web-{9971D4BD-D20E-F3AC-DEC8-217FCD8778D8}" dt="2025-12-26T22:30:34.767" v="669" actId="1076"/>
          <ac:cxnSpMkLst>
            <pc:docMk/>
            <pc:sldMk cId="2774418929" sldId="280"/>
            <ac:cxnSpMk id="21" creationId="{0B8C7808-B65D-33AC-0078-144DF3E84F80}"/>
          </ac:cxnSpMkLst>
        </pc:cxnChg>
        <pc:cxnChg chg="add mod">
          <ac:chgData name="Guest User" userId="S::urn:spo:tenantanon#5f86736b-ef43-4992-9624-06dc6eeaf097::" providerId="AD" clId="Web-{9971D4BD-D20E-F3AC-DEC8-217FCD8778D8}" dt="2025-12-26T22:30:34.783" v="670" actId="1076"/>
          <ac:cxnSpMkLst>
            <pc:docMk/>
            <pc:sldMk cId="2774418929" sldId="280"/>
            <ac:cxnSpMk id="22" creationId="{18C1EBD3-2C57-5ED5-E2EB-32F135731F14}"/>
          </ac:cxnSpMkLst>
        </pc:cxnChg>
        <pc:cxnChg chg="add mod">
          <ac:chgData name="Guest User" userId="S::urn:spo:tenantanon#5f86736b-ef43-4992-9624-06dc6eeaf097::" providerId="AD" clId="Web-{9971D4BD-D20E-F3AC-DEC8-217FCD8778D8}" dt="2025-12-26T22:37:16.535" v="705" actId="1076"/>
          <ac:cxnSpMkLst>
            <pc:docMk/>
            <pc:sldMk cId="2774418929" sldId="280"/>
            <ac:cxnSpMk id="24" creationId="{715913FA-0F45-F157-731D-86E42E01EB59}"/>
          </ac:cxnSpMkLst>
        </pc:cxnChg>
        <pc:cxnChg chg="add mod">
          <ac:chgData name="Guest User" userId="S::urn:spo:tenantanon#5f86736b-ef43-4992-9624-06dc6eeaf097::" providerId="AD" clId="Web-{9971D4BD-D20E-F3AC-DEC8-217FCD8778D8}" dt="2025-12-26T22:37:16.551" v="706" actId="1076"/>
          <ac:cxnSpMkLst>
            <pc:docMk/>
            <pc:sldMk cId="2774418929" sldId="280"/>
            <ac:cxnSpMk id="26" creationId="{45D15CE3-7A4F-4EFC-2A54-9F0142C8F0A3}"/>
          </ac:cxnSpMkLst>
        </pc:cxnChg>
        <pc:cxnChg chg="add mod">
          <ac:chgData name="Guest User" userId="S::urn:spo:tenantanon#5f86736b-ef43-4992-9624-06dc6eeaf097::" providerId="AD" clId="Web-{9971D4BD-D20E-F3AC-DEC8-217FCD8778D8}" dt="2025-12-26T22:37:16.567" v="707" actId="1076"/>
          <ac:cxnSpMkLst>
            <pc:docMk/>
            <pc:sldMk cId="2774418929" sldId="280"/>
            <ac:cxnSpMk id="27" creationId="{ED91D8ED-303C-9B70-3538-D98466F284BF}"/>
          </ac:cxnSpMkLst>
        </pc:cxnChg>
        <pc:cxnChg chg="add mod">
          <ac:chgData name="Guest User" userId="S::urn:spo:tenantanon#5f86736b-ef43-4992-9624-06dc6eeaf097::" providerId="AD" clId="Web-{9971D4BD-D20E-F3AC-DEC8-217FCD8778D8}" dt="2025-12-26T22:37:16.582" v="708" actId="1076"/>
          <ac:cxnSpMkLst>
            <pc:docMk/>
            <pc:sldMk cId="2774418929" sldId="280"/>
            <ac:cxnSpMk id="28" creationId="{132406BA-980C-B8F6-F116-6E622B72C49D}"/>
          </ac:cxnSpMkLst>
        </pc:cxnChg>
        <pc:cxnChg chg="add mod">
          <ac:chgData name="Guest User" userId="S::urn:spo:tenantanon#5f86736b-ef43-4992-9624-06dc6eeaf097::" providerId="AD" clId="Web-{9971D4BD-D20E-F3AC-DEC8-217FCD8778D8}" dt="2025-12-26T22:30:34.861" v="675" actId="1076"/>
          <ac:cxnSpMkLst>
            <pc:docMk/>
            <pc:sldMk cId="2774418929" sldId="280"/>
            <ac:cxnSpMk id="29" creationId="{9E31A14A-2415-C005-7CE9-637DB42126E1}"/>
          </ac:cxnSpMkLst>
        </pc:cxnChg>
        <pc:cxnChg chg="add mod">
          <ac:chgData name="Guest User" userId="S::urn:spo:tenantanon#5f86736b-ef43-4992-9624-06dc6eeaf097::" providerId="AD" clId="Web-{9971D4BD-D20E-F3AC-DEC8-217FCD8778D8}" dt="2025-12-26T22:30:34.892" v="677" actId="1076"/>
          <ac:cxnSpMkLst>
            <pc:docMk/>
            <pc:sldMk cId="2774418929" sldId="280"/>
            <ac:cxnSpMk id="31" creationId="{1D3EC530-1764-629E-BD72-540E90FD970A}"/>
          </ac:cxnSpMkLst>
        </pc:cxnChg>
      </pc:sldChg>
    </pc:docChg>
  </pc:docChgLst>
  <pc:docChgLst>
    <pc:chgData name="TAKBIR ZAMAN BHUIYAN" userId="S::22-49852-3@student.aiub.edu::44554c19-420a-43e4-af52-aeace053ed2b" providerId="AD" clId="Web-{3EFE417A-67E8-4419-A156-09ADBEA4E1C3}"/>
    <pc:docChg chg="addSld delSld modSld sldOrd">
      <pc:chgData name="TAKBIR ZAMAN BHUIYAN" userId="S::22-49852-3@student.aiub.edu::44554c19-420a-43e4-af52-aeace053ed2b" providerId="AD" clId="Web-{3EFE417A-67E8-4419-A156-09ADBEA4E1C3}" dt="2025-12-27T20:04:08.766" v="247" actId="14100"/>
      <pc:docMkLst>
        <pc:docMk/>
      </pc:docMkLst>
      <pc:sldChg chg="addSp delSp modSp ord">
        <pc:chgData name="TAKBIR ZAMAN BHUIYAN" userId="S::22-49852-3@student.aiub.edu::44554c19-420a-43e4-af52-aeace053ed2b" providerId="AD" clId="Web-{3EFE417A-67E8-4419-A156-09ADBEA4E1C3}" dt="2025-12-27T19:59:49.034" v="210"/>
        <pc:sldMkLst>
          <pc:docMk/>
          <pc:sldMk cId="606486631" sldId="271"/>
        </pc:sldMkLst>
        <pc:spChg chg="mod">
          <ac:chgData name="TAKBIR ZAMAN BHUIYAN" userId="S::22-49852-3@student.aiub.edu::44554c19-420a-43e4-af52-aeace053ed2b" providerId="AD" clId="Web-{3EFE417A-67E8-4419-A156-09ADBEA4E1C3}" dt="2025-12-27T19:51:26.771" v="176"/>
          <ac:spMkLst>
            <pc:docMk/>
            <pc:sldMk cId="606486631" sldId="271"/>
            <ac:spMk id="2" creationId="{F90A277A-8493-8788-104C-59B245FDFF8B}"/>
          </ac:spMkLst>
        </pc:spChg>
        <pc:spChg chg="mod ord">
          <ac:chgData name="TAKBIR ZAMAN BHUIYAN" userId="S::22-49852-3@student.aiub.edu::44554c19-420a-43e4-af52-aeace053ed2b" providerId="AD" clId="Web-{3EFE417A-67E8-4419-A156-09ADBEA4E1C3}" dt="2025-12-27T19:55:05.342" v="196" actId="20577"/>
          <ac:spMkLst>
            <pc:docMk/>
            <pc:sldMk cId="606486631" sldId="271"/>
            <ac:spMk id="6" creationId="{CE68E898-2927-1BB4-290D-725F0D6DF1D8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1:26.771" v="176"/>
          <ac:spMkLst>
            <pc:docMk/>
            <pc:sldMk cId="606486631" sldId="271"/>
            <ac:spMk id="33" creationId="{F821940F-7A1D-4ACC-85B4-A932898ABB37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1:26.771" v="176"/>
          <ac:spMkLst>
            <pc:docMk/>
            <pc:sldMk cId="606486631" sldId="271"/>
            <ac:spMk id="34" creationId="{16674508-81D3-48CF-96BF-7FC60EAA572A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00.596" v="121"/>
          <ac:spMkLst>
            <pc:docMk/>
            <pc:sldMk cId="606486631" sldId="271"/>
            <ac:spMk id="39" creationId="{2EB492CD-616E-47F8-933B-5E2D952A0593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00.596" v="121"/>
          <ac:spMkLst>
            <pc:docMk/>
            <pc:sldMk cId="606486631" sldId="271"/>
            <ac:spMk id="41" creationId="{59383CF9-23B5-4335-9B21-1791C4CF1C75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00.596" v="121"/>
          <ac:spMkLst>
            <pc:docMk/>
            <pc:sldMk cId="606486631" sldId="271"/>
            <ac:spMk id="43" creationId="{0007FE00-9498-4706-B255-6437B0252C02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05.565" v="123"/>
          <ac:spMkLst>
            <pc:docMk/>
            <pc:sldMk cId="606486631" sldId="271"/>
            <ac:spMk id="45" creationId="{2813A4FA-24A5-41ED-A534-3807D1B2F344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05.565" v="123"/>
          <ac:spMkLst>
            <pc:docMk/>
            <pc:sldMk cId="606486631" sldId="271"/>
            <ac:spMk id="46" creationId="{12609869-9E80-471B-A487-A53288E0E791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05.565" v="123"/>
          <ac:spMkLst>
            <pc:docMk/>
            <pc:sldMk cId="606486631" sldId="271"/>
            <ac:spMk id="47" creationId="{C3944F27-CA70-4E84-A51A-E6BF89558979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05.565" v="123"/>
          <ac:spMkLst>
            <pc:docMk/>
            <pc:sldMk cId="606486631" sldId="271"/>
            <ac:spMk id="48" creationId="{7004738A-9D34-43E8-97D2-CA0EED4F8BE0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05.565" v="123"/>
          <ac:spMkLst>
            <pc:docMk/>
            <pc:sldMk cId="606486631" sldId="271"/>
            <ac:spMk id="49" creationId="{B8B8D07F-F13E-443E-BA68-2D26672D76B9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13.052" v="125"/>
          <ac:spMkLst>
            <pc:docMk/>
            <pc:sldMk cId="606486631" sldId="271"/>
            <ac:spMk id="51" creationId="{F13C74B1-5B17-4795-BED0-7140497B445A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13.052" v="125"/>
          <ac:spMkLst>
            <pc:docMk/>
            <pc:sldMk cId="606486631" sldId="271"/>
            <ac:spMk id="52" creationId="{D4974D33-8DC5-464E-8C6D-BE58F0669C17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24.927" v="127"/>
          <ac:spMkLst>
            <pc:docMk/>
            <pc:sldMk cId="606486631" sldId="271"/>
            <ac:spMk id="54" creationId="{5AA03EDC-7067-4DFF-B672-541D016AAAB8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0:24.927" v="127"/>
          <ac:spMkLst>
            <pc:docMk/>
            <pc:sldMk cId="606486631" sldId="271"/>
            <ac:spMk id="55" creationId="{0EBF3E39-B0BE-496A-8604-9007470FFA3A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1:26.771" v="176"/>
          <ac:spMkLst>
            <pc:docMk/>
            <pc:sldMk cId="606486631" sldId="271"/>
            <ac:spMk id="57" creationId="{DBC6133C-0615-4CE4-9132-37E609A9BDFA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1:26.771" v="176"/>
          <ac:spMkLst>
            <pc:docMk/>
            <pc:sldMk cId="606486631" sldId="271"/>
            <ac:spMk id="58" creationId="{169CC832-2974-4E8D-90ED-3E2941BA7336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1:26.771" v="176"/>
          <ac:spMkLst>
            <pc:docMk/>
            <pc:sldMk cId="606486631" sldId="271"/>
            <ac:spMk id="59" creationId="{55222F96-971A-4F90-B841-6BAB416C7AC1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1:26.771" v="176"/>
          <ac:spMkLst>
            <pc:docMk/>
            <pc:sldMk cId="606486631" sldId="271"/>
            <ac:spMk id="60" creationId="{08980754-6F4B-43C9-B9BE-127B6BED6586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1:26.771" v="176"/>
          <ac:spMkLst>
            <pc:docMk/>
            <pc:sldMk cId="606486631" sldId="271"/>
            <ac:spMk id="61" creationId="{2C1BBA94-3F40-40AA-8BB9-E69E25E537C1}"/>
          </ac:spMkLst>
        </pc:spChg>
        <pc:picChg chg="del">
          <ac:chgData name="TAKBIR ZAMAN BHUIYAN" userId="S::22-49852-3@student.aiub.edu::44554c19-420a-43e4-af52-aeace053ed2b" providerId="AD" clId="Web-{3EFE417A-67E8-4419-A156-09ADBEA4E1C3}" dt="2025-12-27T19:49:32.877" v="115"/>
          <ac:picMkLst>
            <pc:docMk/>
            <pc:sldMk cId="606486631" sldId="271"/>
            <ac:picMk id="3" creationId="{60EAF5D6-B5AD-5258-C58F-DF93D4AA3125}"/>
          </ac:picMkLst>
        </pc:picChg>
        <pc:picChg chg="add del mod">
          <ac:chgData name="TAKBIR ZAMAN BHUIYAN" userId="S::22-49852-3@student.aiub.edu::44554c19-420a-43e4-af52-aeace053ed2b" providerId="AD" clId="Web-{3EFE417A-67E8-4419-A156-09ADBEA4E1C3}" dt="2025-12-27T19:54:39.277" v="185"/>
          <ac:picMkLst>
            <pc:docMk/>
            <pc:sldMk cId="606486631" sldId="271"/>
            <ac:picMk id="4" creationId="{E7ABFB16-A41E-3F53-F5F5-EBE66269FC85}"/>
          </ac:picMkLst>
        </pc:picChg>
        <pc:picChg chg="add mod">
          <ac:chgData name="TAKBIR ZAMAN BHUIYAN" userId="S::22-49852-3@student.aiub.edu::44554c19-420a-43e4-af52-aeace053ed2b" providerId="AD" clId="Web-{3EFE417A-67E8-4419-A156-09ADBEA4E1C3}" dt="2025-12-27T19:55:21.249" v="200" actId="14100"/>
          <ac:picMkLst>
            <pc:docMk/>
            <pc:sldMk cId="606486631" sldId="271"/>
            <ac:picMk id="5" creationId="{DF09721E-4210-E96E-0E45-6DF332DE57B5}"/>
          </ac:picMkLst>
        </pc:picChg>
      </pc:sldChg>
      <pc:sldChg chg="addSp delSp modSp">
        <pc:chgData name="TAKBIR ZAMAN BHUIYAN" userId="S::22-49852-3@student.aiub.edu::44554c19-420a-43e4-af52-aeace053ed2b" providerId="AD" clId="Web-{3EFE417A-67E8-4419-A156-09ADBEA4E1C3}" dt="2025-12-27T19:57:29.074" v="208" actId="14100"/>
        <pc:sldMkLst>
          <pc:docMk/>
          <pc:sldMk cId="761179765" sldId="276"/>
        </pc:sldMkLst>
        <pc:spChg chg="mod">
          <ac:chgData name="TAKBIR ZAMAN BHUIYAN" userId="S::22-49852-3@student.aiub.edu::44554c19-420a-43e4-af52-aeace053ed2b" providerId="AD" clId="Web-{3EFE417A-67E8-4419-A156-09ADBEA4E1C3}" dt="2025-12-27T19:36:27.034" v="28"/>
          <ac:spMkLst>
            <pc:docMk/>
            <pc:sldMk cId="761179765" sldId="276"/>
            <ac:spMk id="2" creationId="{4DC7C3E9-F5F7-B3FC-93E2-1D18D8517ECF}"/>
          </ac:spMkLst>
        </pc:spChg>
        <pc:spChg chg="mod ord">
          <ac:chgData name="TAKBIR ZAMAN BHUIYAN" userId="S::22-49852-3@student.aiub.edu::44554c19-420a-43e4-af52-aeace053ed2b" providerId="AD" clId="Web-{3EFE417A-67E8-4419-A156-09ADBEA4E1C3}" dt="2025-12-27T19:57:13.477" v="207" actId="20577"/>
          <ac:spMkLst>
            <pc:docMk/>
            <pc:sldMk cId="761179765" sldId="276"/>
            <ac:spMk id="3" creationId="{BE5DB096-44EC-5AB4-0130-A28776B2A66C}"/>
          </ac:spMkLst>
        </pc:spChg>
        <pc:spChg chg="mod">
          <ac:chgData name="TAKBIR ZAMAN BHUIYAN" userId="S::22-49852-3@student.aiub.edu::44554c19-420a-43e4-af52-aeace053ed2b" providerId="AD" clId="Web-{3EFE417A-67E8-4419-A156-09ADBEA4E1C3}" dt="2025-12-27T19:57:29.074" v="208" actId="14100"/>
          <ac:spMkLst>
            <pc:docMk/>
            <pc:sldMk cId="761179765" sldId="276"/>
            <ac:spMk id="7" creationId="{33C8294F-0AEE-9CD6-FA14-979891102F1A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32:58.185" v="25"/>
          <ac:spMkLst>
            <pc:docMk/>
            <pc:sldMk cId="761179765" sldId="276"/>
            <ac:spMk id="84" creationId="{F821940F-7A1D-4ACC-85B4-A932898ABB37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32:58.185" v="25"/>
          <ac:spMkLst>
            <pc:docMk/>
            <pc:sldMk cId="761179765" sldId="276"/>
            <ac:spMk id="85" creationId="{16674508-81D3-48CF-96BF-7FC60EAA572A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32:52.998" v="22"/>
          <ac:spMkLst>
            <pc:docMk/>
            <pc:sldMk cId="761179765" sldId="276"/>
            <ac:spMk id="90" creationId="{743AA782-23D1-4521-8CAD-47662984AA08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32:52.998" v="22"/>
          <ac:spMkLst>
            <pc:docMk/>
            <pc:sldMk cId="761179765" sldId="276"/>
            <ac:spMk id="92" creationId="{71877DBC-BB60-40F0-AC93-2ACDBAAE60CE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32:58.170" v="24"/>
          <ac:spMkLst>
            <pc:docMk/>
            <pc:sldMk cId="761179765" sldId="276"/>
            <ac:spMk id="94" creationId="{131BAD53-4E89-4F62-BBB7-26359763ED39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32:58.170" v="24"/>
          <ac:spMkLst>
            <pc:docMk/>
            <pc:sldMk cId="761179765" sldId="276"/>
            <ac:spMk id="95" creationId="{62756DA2-40EB-4C6F-B962-5822FFB54FB6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36:27.034" v="28"/>
          <ac:spMkLst>
            <pc:docMk/>
            <pc:sldMk cId="761179765" sldId="276"/>
            <ac:spMk id="97" creationId="{2B97F24A-32CE-4C1C-A50D-3016B394DCFB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36:27.034" v="28"/>
          <ac:spMkLst>
            <pc:docMk/>
            <pc:sldMk cId="761179765" sldId="276"/>
            <ac:spMk id="98" creationId="{CD8B4F24-440B-49E9-B85D-733523DC064B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39:34.144" v="69"/>
          <ac:spMkLst>
            <pc:docMk/>
            <pc:sldMk cId="761179765" sldId="276"/>
            <ac:spMk id="103" creationId="{100EDD19-6802-4EC3-95CE-CFFAB042CFD6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39:34.144" v="69"/>
          <ac:spMkLst>
            <pc:docMk/>
            <pc:sldMk cId="761179765" sldId="276"/>
            <ac:spMk id="105" creationId="{DB17E863-922E-4C26-BD64-E8FD41D28661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6:44.147" v="206"/>
          <ac:spMkLst>
            <pc:docMk/>
            <pc:sldMk cId="761179765" sldId="276"/>
            <ac:spMk id="110" creationId="{131BAD53-4E89-4F62-BBB7-26359763ED39}"/>
          </ac:spMkLst>
        </pc:spChg>
        <pc:spChg chg="add del">
          <ac:chgData name="TAKBIR ZAMAN BHUIYAN" userId="S::22-49852-3@student.aiub.edu::44554c19-420a-43e4-af52-aeace053ed2b" providerId="AD" clId="Web-{3EFE417A-67E8-4419-A156-09ADBEA4E1C3}" dt="2025-12-27T19:56:44.147" v="206"/>
          <ac:spMkLst>
            <pc:docMk/>
            <pc:sldMk cId="761179765" sldId="276"/>
            <ac:spMk id="112" creationId="{62756DA2-40EB-4C6F-B962-5822FFB54FB6}"/>
          </ac:spMkLst>
        </pc:spChg>
        <pc:spChg chg="add">
          <ac:chgData name="TAKBIR ZAMAN BHUIYAN" userId="S::22-49852-3@student.aiub.edu::44554c19-420a-43e4-af52-aeace053ed2b" providerId="AD" clId="Web-{3EFE417A-67E8-4419-A156-09ADBEA4E1C3}" dt="2025-12-27T19:56:44.147" v="206"/>
          <ac:spMkLst>
            <pc:docMk/>
            <pc:sldMk cId="761179765" sldId="276"/>
            <ac:spMk id="117" creationId="{131BAD53-4E89-4F62-BBB7-26359763ED39}"/>
          </ac:spMkLst>
        </pc:spChg>
        <pc:spChg chg="add">
          <ac:chgData name="TAKBIR ZAMAN BHUIYAN" userId="S::22-49852-3@student.aiub.edu::44554c19-420a-43e4-af52-aeace053ed2b" providerId="AD" clId="Web-{3EFE417A-67E8-4419-A156-09ADBEA4E1C3}" dt="2025-12-27T19:56:44.147" v="206"/>
          <ac:spMkLst>
            <pc:docMk/>
            <pc:sldMk cId="761179765" sldId="276"/>
            <ac:spMk id="119" creationId="{62756DA2-40EB-4C6F-B962-5822FFB54FB6}"/>
          </ac:spMkLst>
        </pc:spChg>
        <pc:picChg chg="del">
          <ac:chgData name="TAKBIR ZAMAN BHUIYAN" userId="S::22-49852-3@student.aiub.edu::44554c19-420a-43e4-af52-aeace053ed2b" providerId="AD" clId="Web-{3EFE417A-67E8-4419-A156-09ADBEA4E1C3}" dt="2025-12-27T19:32:24.685" v="20"/>
          <ac:picMkLst>
            <pc:docMk/>
            <pc:sldMk cId="761179765" sldId="276"/>
            <ac:picMk id="4" creationId="{BE99103B-C430-EE1A-6523-36342184F792}"/>
          </ac:picMkLst>
        </pc:picChg>
        <pc:picChg chg="add del mod">
          <ac:chgData name="TAKBIR ZAMAN BHUIYAN" userId="S::22-49852-3@student.aiub.edu::44554c19-420a-43e4-af52-aeace053ed2b" providerId="AD" clId="Web-{3EFE417A-67E8-4419-A156-09ADBEA4E1C3}" dt="2025-12-27T19:36:17.753" v="26"/>
          <ac:picMkLst>
            <pc:docMk/>
            <pc:sldMk cId="761179765" sldId="276"/>
            <ac:picMk id="5" creationId="{CCE5BBF3-C281-D108-233B-DC882B9E02C4}"/>
          </ac:picMkLst>
        </pc:picChg>
        <pc:picChg chg="add del mod">
          <ac:chgData name="TAKBIR ZAMAN BHUIYAN" userId="S::22-49852-3@student.aiub.edu::44554c19-420a-43e4-af52-aeace053ed2b" providerId="AD" clId="Web-{3EFE417A-67E8-4419-A156-09ADBEA4E1C3}" dt="2025-12-27T19:38:26.994" v="44"/>
          <ac:picMkLst>
            <pc:docMk/>
            <pc:sldMk cId="761179765" sldId="276"/>
            <ac:picMk id="6" creationId="{37278685-0149-CB16-4FF5-20174E917DBE}"/>
          </ac:picMkLst>
        </pc:picChg>
        <pc:picChg chg="add mod">
          <ac:chgData name="TAKBIR ZAMAN BHUIYAN" userId="S::22-49852-3@student.aiub.edu::44554c19-420a-43e4-af52-aeace053ed2b" providerId="AD" clId="Web-{3EFE417A-67E8-4419-A156-09ADBEA4E1C3}" dt="2025-12-27T19:39:34.144" v="69"/>
          <ac:picMkLst>
            <pc:docMk/>
            <pc:sldMk cId="761179765" sldId="276"/>
            <ac:picMk id="8" creationId="{59A9A28E-54B7-CA35-8D88-D5585667B8E9}"/>
          </ac:picMkLst>
        </pc:picChg>
      </pc:sldChg>
      <pc:sldChg chg="addSp delSp modSp del">
        <pc:chgData name="TAKBIR ZAMAN BHUIYAN" userId="S::22-49852-3@student.aiub.edu::44554c19-420a-43e4-af52-aeace053ed2b" providerId="AD" clId="Web-{3EFE417A-67E8-4419-A156-09ADBEA4E1C3}" dt="2025-12-27T19:55:26.047" v="201"/>
        <pc:sldMkLst>
          <pc:docMk/>
          <pc:sldMk cId="2037324883" sldId="278"/>
        </pc:sldMkLst>
        <pc:spChg chg="add del mod">
          <ac:chgData name="TAKBIR ZAMAN BHUIYAN" userId="S::22-49852-3@student.aiub.edu::44554c19-420a-43e4-af52-aeace053ed2b" providerId="AD" clId="Web-{3EFE417A-67E8-4419-A156-09ADBEA4E1C3}" dt="2025-12-27T19:53:17.320" v="180"/>
          <ac:spMkLst>
            <pc:docMk/>
            <pc:sldMk cId="2037324883" sldId="278"/>
            <ac:spMk id="6" creationId="{5C016C9D-E00F-7530-8EBA-58EA4239B310}"/>
          </ac:spMkLst>
        </pc:spChg>
        <pc:picChg chg="add mod">
          <ac:chgData name="TAKBIR ZAMAN BHUIYAN" userId="S::22-49852-3@student.aiub.edu::44554c19-420a-43e4-af52-aeace053ed2b" providerId="AD" clId="Web-{3EFE417A-67E8-4419-A156-09ADBEA4E1C3}" dt="2025-12-27T19:49:24.142" v="114" actId="1076"/>
          <ac:picMkLst>
            <pc:docMk/>
            <pc:sldMk cId="2037324883" sldId="278"/>
            <ac:picMk id="2" creationId="{7A28F964-B855-8E7E-237B-FD096D2A9DA6}"/>
          </ac:picMkLst>
        </pc:picChg>
        <pc:picChg chg="del">
          <ac:chgData name="TAKBIR ZAMAN BHUIYAN" userId="S::22-49852-3@student.aiub.edu::44554c19-420a-43e4-af52-aeace053ed2b" providerId="AD" clId="Web-{3EFE417A-67E8-4419-A156-09ADBEA4E1C3}" dt="2025-12-27T19:43:25.111" v="112"/>
          <ac:picMkLst>
            <pc:docMk/>
            <pc:sldMk cId="2037324883" sldId="278"/>
            <ac:picMk id="4" creationId="{C3CD3481-F003-5CC5-A8BE-4ADA6CD68AB5}"/>
          </ac:picMkLst>
        </pc:picChg>
      </pc:sldChg>
      <pc:sldChg chg="addSp delSp modSp add replId">
        <pc:chgData name="TAKBIR ZAMAN BHUIYAN" userId="S::22-49852-3@student.aiub.edu::44554c19-420a-43e4-af52-aeace053ed2b" providerId="AD" clId="Web-{3EFE417A-67E8-4419-A156-09ADBEA4E1C3}" dt="2025-12-27T20:04:08.766" v="247" actId="14100"/>
        <pc:sldMkLst>
          <pc:docMk/>
          <pc:sldMk cId="1256432046" sldId="283"/>
        </pc:sldMkLst>
        <pc:spChg chg="mod">
          <ac:chgData name="TAKBIR ZAMAN BHUIYAN" userId="S::22-49852-3@student.aiub.edu::44554c19-420a-43e4-af52-aeace053ed2b" providerId="AD" clId="Web-{3EFE417A-67E8-4419-A156-09ADBEA4E1C3}" dt="2025-12-27T20:03:13.060" v="238" actId="20577"/>
          <ac:spMkLst>
            <pc:docMk/>
            <pc:sldMk cId="1256432046" sldId="283"/>
            <ac:spMk id="6" creationId="{6051B087-5BCA-F0C6-22E6-35BB2A252361}"/>
          </ac:spMkLst>
        </pc:spChg>
        <pc:picChg chg="add mod">
          <ac:chgData name="TAKBIR ZAMAN BHUIYAN" userId="S::22-49852-3@student.aiub.edu::44554c19-420a-43e4-af52-aeace053ed2b" providerId="AD" clId="Web-{3EFE417A-67E8-4419-A156-09ADBEA4E1C3}" dt="2025-12-27T20:04:08.766" v="247" actId="14100"/>
          <ac:picMkLst>
            <pc:docMk/>
            <pc:sldMk cId="1256432046" sldId="283"/>
            <ac:picMk id="3" creationId="{19E9F77A-ED0C-36FB-3C55-6D33556A7ACA}"/>
          </ac:picMkLst>
        </pc:picChg>
        <pc:picChg chg="del">
          <ac:chgData name="TAKBIR ZAMAN BHUIYAN" userId="S::22-49852-3@student.aiub.edu::44554c19-420a-43e4-af52-aeace053ed2b" providerId="AD" clId="Web-{3EFE417A-67E8-4419-A156-09ADBEA4E1C3}" dt="2025-12-27T20:01:10.353" v="222"/>
          <ac:picMkLst>
            <pc:docMk/>
            <pc:sldMk cId="1256432046" sldId="283"/>
            <ac:picMk id="5" creationId="{32184140-9F49-F311-111A-A76AB1B3F2C5}"/>
          </ac:picMkLst>
        </pc:picChg>
      </pc:sldChg>
    </pc:docChg>
  </pc:docChgLst>
  <pc:docChgLst>
    <pc:chgData name="Guest User" userId="S::urn:spo:tenantanon#5f86736b-ef43-4992-9624-06dc6eeaf097::" providerId="AD" clId="Web-{FCFE7687-1B8A-D072-FC2C-411D6A64AD37}"/>
    <pc:docChg chg="modSld">
      <pc:chgData name="Guest User" userId="S::urn:spo:tenantanon#5f86736b-ef43-4992-9624-06dc6eeaf097::" providerId="AD" clId="Web-{FCFE7687-1B8A-D072-FC2C-411D6A64AD37}" dt="2025-12-28T05:24:06.442" v="0"/>
      <pc:docMkLst>
        <pc:docMk/>
      </pc:docMkLst>
      <pc:sldChg chg="delSp">
        <pc:chgData name="Guest User" userId="S::urn:spo:tenantanon#5f86736b-ef43-4992-9624-06dc6eeaf097::" providerId="AD" clId="Web-{FCFE7687-1B8A-D072-FC2C-411D6A64AD37}" dt="2025-12-28T05:24:06.442" v="0"/>
        <pc:sldMkLst>
          <pc:docMk/>
          <pc:sldMk cId="437875081" sldId="272"/>
        </pc:sldMkLst>
        <pc:spChg chg="del">
          <ac:chgData name="Guest User" userId="S::urn:spo:tenantanon#5f86736b-ef43-4992-9624-06dc6eeaf097::" providerId="AD" clId="Web-{FCFE7687-1B8A-D072-FC2C-411D6A64AD37}" dt="2025-12-28T05:24:06.442" v="0"/>
          <ac:spMkLst>
            <pc:docMk/>
            <pc:sldMk cId="437875081" sldId="272"/>
            <ac:spMk id="30" creationId="{24E2A368-2C45-EE4C-9676-89BDCD6B7128}"/>
          </ac:spMkLst>
        </pc:spChg>
      </pc:sldChg>
    </pc:docChg>
  </pc:docChgLst>
  <pc:docChgLst>
    <pc:chgData name="Guest User" userId="S::urn:spo:tenantanon#5f86736b-ef43-4992-9624-06dc6eeaf097::" providerId="AD" clId="Web-{0FE18A68-3F44-E208-046F-F2A55E429BAA}"/>
    <pc:docChg chg="modSld">
      <pc:chgData name="Guest User" userId="S::urn:spo:tenantanon#5f86736b-ef43-4992-9624-06dc6eeaf097::" providerId="AD" clId="Web-{0FE18A68-3F44-E208-046F-F2A55E429BAA}" dt="2025-12-27T23:10:15.285" v="9" actId="20577"/>
      <pc:docMkLst>
        <pc:docMk/>
      </pc:docMkLst>
      <pc:sldChg chg="modSp">
        <pc:chgData name="Guest User" userId="S::urn:spo:tenantanon#5f86736b-ef43-4992-9624-06dc6eeaf097::" providerId="AD" clId="Web-{0FE18A68-3F44-E208-046F-F2A55E429BAA}" dt="2025-12-27T22:50:26.963" v="6" actId="20577"/>
        <pc:sldMkLst>
          <pc:docMk/>
          <pc:sldMk cId="437875081" sldId="272"/>
        </pc:sldMkLst>
        <pc:spChg chg="mod">
          <ac:chgData name="Guest User" userId="S::urn:spo:tenantanon#5f86736b-ef43-4992-9624-06dc6eeaf097::" providerId="AD" clId="Web-{0FE18A68-3F44-E208-046F-F2A55E429BAA}" dt="2025-12-27T22:50:26.963" v="6" actId="20577"/>
          <ac:spMkLst>
            <pc:docMk/>
            <pc:sldMk cId="437875081" sldId="272"/>
            <ac:spMk id="30" creationId="{24E2A368-2C45-EE4C-9676-89BDCD6B7128}"/>
          </ac:spMkLst>
        </pc:spChg>
      </pc:sldChg>
      <pc:sldChg chg="modSp">
        <pc:chgData name="Guest User" userId="S::urn:spo:tenantanon#5f86736b-ef43-4992-9624-06dc6eeaf097::" providerId="AD" clId="Web-{0FE18A68-3F44-E208-046F-F2A55E429BAA}" dt="2025-12-27T23:10:15.285" v="9" actId="20577"/>
        <pc:sldMkLst>
          <pc:docMk/>
          <pc:sldMk cId="2774418929" sldId="280"/>
        </pc:sldMkLst>
        <pc:spChg chg="mod">
          <ac:chgData name="Guest User" userId="S::urn:spo:tenantanon#5f86736b-ef43-4992-9624-06dc6eeaf097::" providerId="AD" clId="Web-{0FE18A68-3F44-E208-046F-F2A55E429BAA}" dt="2025-12-27T23:10:15.285" v="9" actId="20577"/>
          <ac:spMkLst>
            <pc:docMk/>
            <pc:sldMk cId="2774418929" sldId="280"/>
            <ac:spMk id="7" creationId="{F767A4C9-DEE2-39B4-21B0-2A9FC2D28D39}"/>
          </ac:spMkLst>
        </pc:spChg>
        <pc:cxnChg chg="mod">
          <ac:chgData name="Guest User" userId="S::urn:spo:tenantanon#5f86736b-ef43-4992-9624-06dc6eeaf097::" providerId="AD" clId="Web-{0FE18A68-3F44-E208-046F-F2A55E429BAA}" dt="2025-12-27T22:38:04.819" v="3" actId="14100"/>
          <ac:cxnSpMkLst>
            <pc:docMk/>
            <pc:sldMk cId="2774418929" sldId="280"/>
            <ac:cxnSpMk id="28" creationId="{132406BA-980C-B8F6-F116-6E622B72C49D}"/>
          </ac:cxnSpMkLst>
        </pc:cxnChg>
      </pc:sldChg>
    </pc:docChg>
  </pc:docChgLst>
  <pc:docChgLst>
    <pc:chgData name="ARIA RAHMAN" userId="3a50f129-8cc7-4976-93fa-4abd8345a4ee" providerId="ADAL" clId="{21EB7615-30A2-4977-AEC9-0F21DFEE660E}"/>
    <pc:docChg chg="undo custSel addSld delSld modSld sldOrd">
      <pc:chgData name="ARIA RAHMAN" userId="3a50f129-8cc7-4976-93fa-4abd8345a4ee" providerId="ADAL" clId="{21EB7615-30A2-4977-AEC9-0F21DFEE660E}" dt="2025-12-27T21:39:50.832" v="2164" actId="20577"/>
      <pc:docMkLst>
        <pc:docMk/>
      </pc:docMkLst>
      <pc:sldChg chg="addSp delSp modSp mod">
        <pc:chgData name="ARIA RAHMAN" userId="3a50f129-8cc7-4976-93fa-4abd8345a4ee" providerId="ADAL" clId="{21EB7615-30A2-4977-AEC9-0F21DFEE660E}" dt="2025-12-27T17:20:37.909" v="1675" actId="404"/>
        <pc:sldMkLst>
          <pc:docMk/>
          <pc:sldMk cId="0" sldId="256"/>
        </pc:sldMkLst>
        <pc:spChg chg="add mod">
          <ac:chgData name="ARIA RAHMAN" userId="3a50f129-8cc7-4976-93fa-4abd8345a4ee" providerId="ADAL" clId="{21EB7615-30A2-4977-AEC9-0F21DFEE660E}" dt="2025-12-27T17:20:37.909" v="1675" actId="404"/>
          <ac:spMkLst>
            <pc:docMk/>
            <pc:sldMk cId="0" sldId="256"/>
            <ac:spMk id="2" creationId="{FE9C6E6A-3E1E-EA8F-83F4-395CBF86D1C1}"/>
          </ac:spMkLst>
        </pc:spChg>
        <pc:spChg chg="mod">
          <ac:chgData name="ARIA RAHMAN" userId="3a50f129-8cc7-4976-93fa-4abd8345a4ee" providerId="ADAL" clId="{21EB7615-30A2-4977-AEC9-0F21DFEE660E}" dt="2025-12-26T20:13:50.037" v="434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ARIA RAHMAN" userId="3a50f129-8cc7-4976-93fa-4abd8345a4ee" providerId="ADAL" clId="{21EB7615-30A2-4977-AEC9-0F21DFEE660E}" dt="2025-12-27T17:20:37.909" v="1675" actId="404"/>
          <ac:spMkLst>
            <pc:docMk/>
            <pc:sldMk cId="0" sldId="256"/>
            <ac:spMk id="4" creationId="{C20F9D0C-0CB5-E427-442D-8A267349403F}"/>
          </ac:spMkLst>
        </pc:spChg>
        <pc:spChg chg="add mod">
          <ac:chgData name="ARIA RAHMAN" userId="3a50f129-8cc7-4976-93fa-4abd8345a4ee" providerId="ADAL" clId="{21EB7615-30A2-4977-AEC9-0F21DFEE660E}" dt="2025-12-27T17:20:37.909" v="1675" actId="404"/>
          <ac:spMkLst>
            <pc:docMk/>
            <pc:sldMk cId="0" sldId="256"/>
            <ac:spMk id="5" creationId="{7760350C-73CD-AF9F-E395-2A4261A5ABB9}"/>
          </ac:spMkLst>
        </pc:spChg>
        <pc:spChg chg="add mod">
          <ac:chgData name="ARIA RAHMAN" userId="3a50f129-8cc7-4976-93fa-4abd8345a4ee" providerId="ADAL" clId="{21EB7615-30A2-4977-AEC9-0F21DFEE660E}" dt="2025-12-27T17:20:37.909" v="1675" actId="404"/>
          <ac:spMkLst>
            <pc:docMk/>
            <pc:sldMk cId="0" sldId="256"/>
            <ac:spMk id="6" creationId="{F96CDDE4-732B-8E11-4485-268681A7C66A}"/>
          </ac:spMkLst>
        </pc:spChg>
        <pc:spChg chg="add mod">
          <ac:chgData name="ARIA RAHMAN" userId="3a50f129-8cc7-4976-93fa-4abd8345a4ee" providerId="ADAL" clId="{21EB7615-30A2-4977-AEC9-0F21DFEE660E}" dt="2025-12-27T17:16:10.659" v="1635" actId="1076"/>
          <ac:spMkLst>
            <pc:docMk/>
            <pc:sldMk cId="0" sldId="256"/>
            <ac:spMk id="7" creationId="{B4056E5B-F045-644D-A2B4-FDC48E781011}"/>
          </ac:spMkLst>
        </pc:spChg>
        <pc:spChg chg="mod">
          <ac:chgData name="ARIA RAHMAN" userId="3a50f129-8cc7-4976-93fa-4abd8345a4ee" providerId="ADAL" clId="{21EB7615-30A2-4977-AEC9-0F21DFEE660E}" dt="2025-12-26T20:13:02.371" v="424"/>
          <ac:spMkLst>
            <pc:docMk/>
            <pc:sldMk cId="0" sldId="256"/>
            <ac:spMk id="19" creationId="{DC72A41E-5F6A-CA79-12BB-213794852BB0}"/>
          </ac:spMkLst>
        </pc:spChg>
        <pc:spChg chg="mod">
          <ac:chgData name="ARIA RAHMAN" userId="3a50f129-8cc7-4976-93fa-4abd8345a4ee" providerId="ADAL" clId="{21EB7615-30A2-4977-AEC9-0F21DFEE660E}" dt="2025-12-26T20:13:02.371" v="424"/>
          <ac:spMkLst>
            <pc:docMk/>
            <pc:sldMk cId="0" sldId="256"/>
            <ac:spMk id="20" creationId="{B3E9456E-EB0E-2276-89F7-148021703673}"/>
          </ac:spMkLst>
        </pc:spChg>
        <pc:spChg chg="add mod">
          <ac:chgData name="ARIA RAHMAN" userId="3a50f129-8cc7-4976-93fa-4abd8345a4ee" providerId="ADAL" clId="{21EB7615-30A2-4977-AEC9-0F21DFEE660E}" dt="2025-12-26T20:13:22.841" v="430"/>
          <ac:spMkLst>
            <pc:docMk/>
            <pc:sldMk cId="0" sldId="256"/>
            <ac:spMk id="21" creationId="{3D37D82F-FBFB-3E97-95C5-DD07F3B3EC19}"/>
          </ac:spMkLst>
        </pc:spChg>
        <pc:grpChg chg="add mod">
          <ac:chgData name="ARIA RAHMAN" userId="3a50f129-8cc7-4976-93fa-4abd8345a4ee" providerId="ADAL" clId="{21EB7615-30A2-4977-AEC9-0F21DFEE660E}" dt="2025-12-26T20:13:30" v="432" actId="1076"/>
          <ac:grpSpMkLst>
            <pc:docMk/>
            <pc:sldMk cId="0" sldId="256"/>
            <ac:grpSpMk id="18" creationId="{9CFDE409-E317-4EE2-3087-875CC33C2FC2}"/>
          </ac:grpSpMkLst>
        </pc:grpChg>
      </pc:sldChg>
      <pc:sldChg chg="addSp delSp modSp mod">
        <pc:chgData name="ARIA RAHMAN" userId="3a50f129-8cc7-4976-93fa-4abd8345a4ee" providerId="ADAL" clId="{21EB7615-30A2-4977-AEC9-0F21DFEE660E}" dt="2025-12-27T20:09:38.798" v="2158" actId="478"/>
        <pc:sldMkLst>
          <pc:docMk/>
          <pc:sldMk cId="0" sldId="259"/>
        </pc:sldMkLst>
        <pc:spChg chg="mod">
          <ac:chgData name="ARIA RAHMAN" userId="3a50f129-8cc7-4976-93fa-4abd8345a4ee" providerId="ADAL" clId="{21EB7615-30A2-4977-AEC9-0F21DFEE660E}" dt="2025-12-26T19:49:01.738" v="259" actId="1076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ARIA RAHMAN" userId="3a50f129-8cc7-4976-93fa-4abd8345a4ee" providerId="ADAL" clId="{21EB7615-30A2-4977-AEC9-0F21DFEE660E}" dt="2025-12-27T17:25:52.462" v="1723" actId="20577"/>
          <ac:spMkLst>
            <pc:docMk/>
            <pc:sldMk cId="0" sldId="259"/>
            <ac:spMk id="35" creationId="{A5DB18C9-79A2-5B7D-944A-6B5296EC5BE2}"/>
          </ac:spMkLst>
        </pc:spChg>
        <pc:picChg chg="add del mod">
          <ac:chgData name="ARIA RAHMAN" userId="3a50f129-8cc7-4976-93fa-4abd8345a4ee" providerId="ADAL" clId="{21EB7615-30A2-4977-AEC9-0F21DFEE660E}" dt="2025-12-27T20:09:38.798" v="2158" actId="478"/>
          <ac:picMkLst>
            <pc:docMk/>
            <pc:sldMk cId="0" sldId="259"/>
            <ac:picMk id="4" creationId="{BE409645-C230-A95C-DA81-947C445C5ED6}"/>
          </ac:picMkLst>
        </pc:picChg>
      </pc:sldChg>
      <pc:sldChg chg="addSp delSp modSp mod">
        <pc:chgData name="ARIA RAHMAN" userId="3a50f129-8cc7-4976-93fa-4abd8345a4ee" providerId="ADAL" clId="{21EB7615-30A2-4977-AEC9-0F21DFEE660E}" dt="2025-12-27T21:39:33.129" v="2160" actId="20577"/>
        <pc:sldMkLst>
          <pc:docMk/>
          <pc:sldMk cId="0" sldId="260"/>
        </pc:sldMkLst>
        <pc:spChg chg="add mod">
          <ac:chgData name="ARIA RAHMAN" userId="3a50f129-8cc7-4976-93fa-4abd8345a4ee" providerId="ADAL" clId="{21EB7615-30A2-4977-AEC9-0F21DFEE660E}" dt="2025-12-27T18:56:08.769" v="2088" actId="20577"/>
          <ac:spMkLst>
            <pc:docMk/>
            <pc:sldMk cId="0" sldId="260"/>
            <ac:spMk id="2" creationId="{200672F3-E932-4EFE-17A8-71A41294F6A5}"/>
          </ac:spMkLst>
        </pc:spChg>
        <pc:spChg chg="del">
          <ac:chgData name="ARIA RAHMAN" userId="3a50f129-8cc7-4976-93fa-4abd8345a4ee" providerId="ADAL" clId="{21EB7615-30A2-4977-AEC9-0F21DFEE660E}" dt="2025-12-27T10:26:29.518" v="1554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ARIA RAHMAN" userId="3a50f129-8cc7-4976-93fa-4abd8345a4ee" providerId="ADAL" clId="{21EB7615-30A2-4977-AEC9-0F21DFEE660E}" dt="2025-12-27T10:26:29.518" v="1554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ARIA RAHMAN" userId="3a50f129-8cc7-4976-93fa-4abd8345a4ee" providerId="ADAL" clId="{21EB7615-30A2-4977-AEC9-0F21DFEE660E}" dt="2025-12-27T10:26:29.518" v="1554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ARIA RAHMAN" userId="3a50f129-8cc7-4976-93fa-4abd8345a4ee" providerId="ADAL" clId="{21EB7615-30A2-4977-AEC9-0F21DFEE660E}" dt="2025-12-27T10:26:29.518" v="1554" actId="478"/>
          <ac:spMkLst>
            <pc:docMk/>
            <pc:sldMk cId="0" sldId="260"/>
            <ac:spMk id="6" creationId="{00000000-0000-0000-0000-000000000000}"/>
          </ac:spMkLst>
        </pc:spChg>
        <pc:spChg chg="add mod">
          <ac:chgData name="ARIA RAHMAN" userId="3a50f129-8cc7-4976-93fa-4abd8345a4ee" providerId="ADAL" clId="{21EB7615-30A2-4977-AEC9-0F21DFEE660E}" dt="2025-12-27T21:39:33.129" v="2160" actId="20577"/>
          <ac:spMkLst>
            <pc:docMk/>
            <pc:sldMk cId="0" sldId="260"/>
            <ac:spMk id="6" creationId="{11C8E328-4270-1809-6080-34B2068EE75D}"/>
          </ac:spMkLst>
        </pc:spChg>
        <pc:spChg chg="del">
          <ac:chgData name="ARIA RAHMAN" userId="3a50f129-8cc7-4976-93fa-4abd8345a4ee" providerId="ADAL" clId="{21EB7615-30A2-4977-AEC9-0F21DFEE660E}" dt="2025-12-27T10:26:29.518" v="1554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ARIA RAHMAN" userId="3a50f129-8cc7-4976-93fa-4abd8345a4ee" providerId="ADAL" clId="{21EB7615-30A2-4977-AEC9-0F21DFEE660E}" dt="2025-12-27T10:26:29.518" v="1554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ARIA RAHMAN" userId="3a50f129-8cc7-4976-93fa-4abd8345a4ee" providerId="ADAL" clId="{21EB7615-30A2-4977-AEC9-0F21DFEE660E}" dt="2025-12-27T10:26:29.518" v="1554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ARIA RAHMAN" userId="3a50f129-8cc7-4976-93fa-4abd8345a4ee" providerId="ADAL" clId="{21EB7615-30A2-4977-AEC9-0F21DFEE660E}" dt="2025-12-27T10:26:29.518" v="1554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ARIA RAHMAN" userId="3a50f129-8cc7-4976-93fa-4abd8345a4ee" providerId="ADAL" clId="{21EB7615-30A2-4977-AEC9-0F21DFEE660E}" dt="2025-12-27T10:26:29.518" v="1554" actId="478"/>
          <ac:spMkLst>
            <pc:docMk/>
            <pc:sldMk cId="0" sldId="260"/>
            <ac:spMk id="13" creationId="{00000000-0000-0000-0000-000000000000}"/>
          </ac:spMkLst>
        </pc:spChg>
        <pc:spChg chg="add mod">
          <ac:chgData name="ARIA RAHMAN" userId="3a50f129-8cc7-4976-93fa-4abd8345a4ee" providerId="ADAL" clId="{21EB7615-30A2-4977-AEC9-0F21DFEE660E}" dt="2025-12-26T19:48:40.265" v="255" actId="1076"/>
          <ac:spMkLst>
            <pc:docMk/>
            <pc:sldMk cId="0" sldId="260"/>
            <ac:spMk id="24" creationId="{D8C23A4A-FA25-C601-9741-183092C39265}"/>
          </ac:spMkLst>
        </pc:spChg>
        <pc:spChg chg="add del mod">
          <ac:chgData name="ARIA RAHMAN" userId="3a50f129-8cc7-4976-93fa-4abd8345a4ee" providerId="ADAL" clId="{21EB7615-30A2-4977-AEC9-0F21DFEE660E}" dt="2025-12-27T10:26:45.361" v="1557" actId="478"/>
          <ac:spMkLst>
            <pc:docMk/>
            <pc:sldMk cId="0" sldId="260"/>
            <ac:spMk id="25" creationId="{23A89040-A472-ED02-7BAC-F31249CAA574}"/>
          </ac:spMkLst>
        </pc:spChg>
        <pc:picChg chg="add mod">
          <ac:chgData name="ARIA RAHMAN" userId="3a50f129-8cc7-4976-93fa-4abd8345a4ee" providerId="ADAL" clId="{21EB7615-30A2-4977-AEC9-0F21DFEE660E}" dt="2025-12-27T18:25:21.492" v="1790" actId="1076"/>
          <ac:picMkLst>
            <pc:docMk/>
            <pc:sldMk cId="0" sldId="260"/>
            <ac:picMk id="4" creationId="{11095491-829F-FD3B-CBD0-3EB8B1F83EF0}"/>
          </ac:picMkLst>
        </pc:picChg>
      </pc:sldChg>
      <pc:sldChg chg="addSp delSp modSp mod">
        <pc:chgData name="ARIA RAHMAN" userId="3a50f129-8cc7-4976-93fa-4abd8345a4ee" providerId="ADAL" clId="{21EB7615-30A2-4977-AEC9-0F21DFEE660E}" dt="2025-12-27T21:39:45.037" v="2162" actId="20577"/>
        <pc:sldMkLst>
          <pc:docMk/>
          <pc:sldMk cId="0" sldId="261"/>
        </pc:sldMkLst>
        <pc:spChg chg="add mod">
          <ac:chgData name="ARIA RAHMAN" userId="3a50f129-8cc7-4976-93fa-4abd8345a4ee" providerId="ADAL" clId="{21EB7615-30A2-4977-AEC9-0F21DFEE660E}" dt="2025-12-26T19:54:01.232" v="421" actId="1076"/>
          <ac:spMkLst>
            <pc:docMk/>
            <pc:sldMk cId="0" sldId="261"/>
            <ac:spMk id="16" creationId="{DDA1C69C-BEE0-6594-40F1-45728A967EA0}"/>
          </ac:spMkLst>
        </pc:spChg>
        <pc:spChg chg="mod">
          <ac:chgData name="ARIA RAHMAN" userId="3a50f129-8cc7-4976-93fa-4abd8345a4ee" providerId="ADAL" clId="{21EB7615-30A2-4977-AEC9-0F21DFEE660E}" dt="2025-12-27T21:39:45.037" v="2162" actId="20577"/>
          <ac:spMkLst>
            <pc:docMk/>
            <pc:sldMk cId="0" sldId="261"/>
            <ac:spMk id="23" creationId="{424B0FCC-7023-352D-25D2-3F2DAB399A23}"/>
          </ac:spMkLst>
        </pc:spChg>
      </pc:sldChg>
      <pc:sldChg chg="modSp mod">
        <pc:chgData name="ARIA RAHMAN" userId="3a50f129-8cc7-4976-93fa-4abd8345a4ee" providerId="ADAL" clId="{21EB7615-30A2-4977-AEC9-0F21DFEE660E}" dt="2025-12-27T17:11:30.015" v="1591" actId="14100"/>
        <pc:sldMkLst>
          <pc:docMk/>
          <pc:sldMk cId="0" sldId="262"/>
        </pc:sldMkLst>
        <pc:picChg chg="mod">
          <ac:chgData name="ARIA RAHMAN" userId="3a50f129-8cc7-4976-93fa-4abd8345a4ee" providerId="ADAL" clId="{21EB7615-30A2-4977-AEC9-0F21DFEE660E}" dt="2025-12-27T17:11:30.015" v="1591" actId="14100"/>
          <ac:picMkLst>
            <pc:docMk/>
            <pc:sldMk cId="0" sldId="262"/>
            <ac:picMk id="21" creationId="{EEA9EB77-9E6E-B507-91A4-52900DAF70EC}"/>
          </ac:picMkLst>
        </pc:picChg>
      </pc:sldChg>
      <pc:sldChg chg="del">
        <pc:chgData name="ARIA RAHMAN" userId="3a50f129-8cc7-4976-93fa-4abd8345a4ee" providerId="ADAL" clId="{21EB7615-30A2-4977-AEC9-0F21DFEE660E}" dt="2025-12-27T17:11:19.050" v="1589" actId="47"/>
        <pc:sldMkLst>
          <pc:docMk/>
          <pc:sldMk cId="0" sldId="263"/>
        </pc:sldMkLst>
      </pc:sldChg>
      <pc:sldChg chg="del">
        <pc:chgData name="ARIA RAHMAN" userId="3a50f129-8cc7-4976-93fa-4abd8345a4ee" providerId="ADAL" clId="{21EB7615-30A2-4977-AEC9-0F21DFEE660E}" dt="2025-12-27T17:10:44.366" v="1576" actId="47"/>
        <pc:sldMkLst>
          <pc:docMk/>
          <pc:sldMk cId="0" sldId="264"/>
        </pc:sldMkLst>
      </pc:sldChg>
      <pc:sldChg chg="add del">
        <pc:chgData name="ARIA RAHMAN" userId="3a50f129-8cc7-4976-93fa-4abd8345a4ee" providerId="ADAL" clId="{21EB7615-30A2-4977-AEC9-0F21DFEE660E}" dt="2025-12-27T17:10:55.538" v="1579" actId="47"/>
        <pc:sldMkLst>
          <pc:docMk/>
          <pc:sldMk cId="0" sldId="265"/>
        </pc:sldMkLst>
      </pc:sldChg>
      <pc:sldChg chg="del">
        <pc:chgData name="ARIA RAHMAN" userId="3a50f129-8cc7-4976-93fa-4abd8345a4ee" providerId="ADAL" clId="{21EB7615-30A2-4977-AEC9-0F21DFEE660E}" dt="2025-12-27T17:10:57.749" v="1580" actId="47"/>
        <pc:sldMkLst>
          <pc:docMk/>
          <pc:sldMk cId="0" sldId="266"/>
        </pc:sldMkLst>
      </pc:sldChg>
      <pc:sldChg chg="del">
        <pc:chgData name="ARIA RAHMAN" userId="3a50f129-8cc7-4976-93fa-4abd8345a4ee" providerId="ADAL" clId="{21EB7615-30A2-4977-AEC9-0F21DFEE660E}" dt="2025-12-27T17:10:58.974" v="1581" actId="47"/>
        <pc:sldMkLst>
          <pc:docMk/>
          <pc:sldMk cId="0" sldId="267"/>
        </pc:sldMkLst>
      </pc:sldChg>
      <pc:sldChg chg="del">
        <pc:chgData name="ARIA RAHMAN" userId="3a50f129-8cc7-4976-93fa-4abd8345a4ee" providerId="ADAL" clId="{21EB7615-30A2-4977-AEC9-0F21DFEE660E}" dt="2025-12-27T17:11:00.170" v="1582" actId="47"/>
        <pc:sldMkLst>
          <pc:docMk/>
          <pc:sldMk cId="0" sldId="268"/>
        </pc:sldMkLst>
      </pc:sldChg>
      <pc:sldChg chg="modSp del mod">
        <pc:chgData name="ARIA RAHMAN" userId="3a50f129-8cc7-4976-93fa-4abd8345a4ee" providerId="ADAL" clId="{21EB7615-30A2-4977-AEC9-0F21DFEE660E}" dt="2025-12-27T17:11:01.790" v="1583" actId="47"/>
        <pc:sldMkLst>
          <pc:docMk/>
          <pc:sldMk cId="0" sldId="269"/>
        </pc:sldMkLst>
      </pc:sldChg>
      <pc:sldChg chg="delSp modSp mod">
        <pc:chgData name="ARIA RAHMAN" userId="3a50f129-8cc7-4976-93fa-4abd8345a4ee" providerId="ADAL" clId="{21EB7615-30A2-4977-AEC9-0F21DFEE660E}" dt="2025-12-27T17:11:16.783" v="1588" actId="1076"/>
        <pc:sldMkLst>
          <pc:docMk/>
          <pc:sldMk cId="0" sldId="270"/>
        </pc:sldMkLst>
        <pc:spChg chg="del">
          <ac:chgData name="ARIA RAHMAN" userId="3a50f129-8cc7-4976-93fa-4abd8345a4ee" providerId="ADAL" clId="{21EB7615-30A2-4977-AEC9-0F21DFEE660E}" dt="2025-12-27T17:11:07.250" v="1585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ARIA RAHMAN" userId="3a50f129-8cc7-4976-93fa-4abd8345a4ee" providerId="ADAL" clId="{21EB7615-30A2-4977-AEC9-0F21DFEE660E}" dt="2025-12-27T17:11:11.334" v="1586" actId="478"/>
          <ac:spMkLst>
            <pc:docMk/>
            <pc:sldMk cId="0" sldId="270"/>
            <ac:spMk id="4" creationId="{00000000-0000-0000-0000-000000000000}"/>
          </ac:spMkLst>
        </pc:spChg>
        <pc:spChg chg="mod">
          <ac:chgData name="ARIA RAHMAN" userId="3a50f129-8cc7-4976-93fa-4abd8345a4ee" providerId="ADAL" clId="{21EB7615-30A2-4977-AEC9-0F21DFEE660E}" dt="2025-12-27T17:11:16.783" v="1588" actId="1076"/>
          <ac:spMkLst>
            <pc:docMk/>
            <pc:sldMk cId="0" sldId="270"/>
            <ac:spMk id="5" creationId="{00000000-0000-0000-0000-000000000000}"/>
          </ac:spMkLst>
        </pc:spChg>
        <pc:spChg chg="del">
          <ac:chgData name="ARIA RAHMAN" userId="3a50f129-8cc7-4976-93fa-4abd8345a4ee" providerId="ADAL" clId="{21EB7615-30A2-4977-AEC9-0F21DFEE660E}" dt="2025-12-27T17:11:04.662" v="1584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ARIA RAHMAN" userId="3a50f129-8cc7-4976-93fa-4abd8345a4ee" providerId="ADAL" clId="{21EB7615-30A2-4977-AEC9-0F21DFEE660E}" dt="2025-12-27T17:11:13.834" v="1587" actId="478"/>
          <ac:spMkLst>
            <pc:docMk/>
            <pc:sldMk cId="0" sldId="270"/>
            <ac:spMk id="7" creationId="{00000000-0000-0000-0000-000000000000}"/>
          </ac:spMkLst>
        </pc:spChg>
      </pc:sldChg>
      <pc:sldChg chg="addSp delSp modSp add mod">
        <pc:chgData name="ARIA RAHMAN" userId="3a50f129-8cc7-4976-93fa-4abd8345a4ee" providerId="ADAL" clId="{21EB7615-30A2-4977-AEC9-0F21DFEE660E}" dt="2025-12-27T17:21:28.626" v="1679"/>
        <pc:sldMkLst>
          <pc:docMk/>
          <pc:sldMk cId="606486631" sldId="271"/>
        </pc:sldMkLst>
        <pc:spChg chg="add mod">
          <ac:chgData name="ARIA RAHMAN" userId="3a50f129-8cc7-4976-93fa-4abd8345a4ee" providerId="ADAL" clId="{21EB7615-30A2-4977-AEC9-0F21DFEE660E}" dt="2025-12-27T17:21:28.626" v="1679"/>
          <ac:spMkLst>
            <pc:docMk/>
            <pc:sldMk cId="606486631" sldId="271"/>
            <ac:spMk id="2" creationId="{F90A277A-8493-8788-104C-59B245FDFF8B}"/>
          </ac:spMkLst>
        </pc:spChg>
        <pc:spChg chg="del mod">
          <ac:chgData name="ARIA RAHMAN" userId="3a50f129-8cc7-4976-93fa-4abd8345a4ee" providerId="ADAL" clId="{21EB7615-30A2-4977-AEC9-0F21DFEE660E}" dt="2025-12-27T17:21:27.816" v="1678" actId="478"/>
          <ac:spMkLst>
            <pc:docMk/>
            <pc:sldMk cId="606486631" sldId="271"/>
            <ac:spMk id="24" creationId="{20DDFA29-C994-09A2-C920-FB538F6C8ADC}"/>
          </ac:spMkLst>
        </pc:spChg>
      </pc:sldChg>
      <pc:sldChg chg="addSp modSp add mod">
        <pc:chgData name="ARIA RAHMAN" userId="3a50f129-8cc7-4976-93fa-4abd8345a4ee" providerId="ADAL" clId="{21EB7615-30A2-4977-AEC9-0F21DFEE660E}" dt="2025-12-26T19:53:53.707" v="420" actId="1076"/>
        <pc:sldMkLst>
          <pc:docMk/>
          <pc:sldMk cId="437875081" sldId="272"/>
        </pc:sldMkLst>
        <pc:spChg chg="mod">
          <ac:chgData name="ARIA RAHMAN" userId="3a50f129-8cc7-4976-93fa-4abd8345a4ee" providerId="ADAL" clId="{21EB7615-30A2-4977-AEC9-0F21DFEE660E}" dt="2025-12-26T19:53:53.707" v="420" actId="1076"/>
          <ac:spMkLst>
            <pc:docMk/>
            <pc:sldMk cId="437875081" sldId="272"/>
            <ac:spMk id="16" creationId="{932555D7-F9A2-0E8A-8D8A-6ABB61FD8E4C}"/>
          </ac:spMkLst>
        </pc:spChg>
      </pc:sldChg>
      <pc:sldChg chg="modSp add mod">
        <pc:chgData name="ARIA RAHMAN" userId="3a50f129-8cc7-4976-93fa-4abd8345a4ee" providerId="ADAL" clId="{21EB7615-30A2-4977-AEC9-0F21DFEE660E}" dt="2025-12-27T17:11:39.415" v="1593" actId="1076"/>
        <pc:sldMkLst>
          <pc:docMk/>
          <pc:sldMk cId="1699668940" sldId="273"/>
        </pc:sldMkLst>
        <pc:picChg chg="mod">
          <ac:chgData name="ARIA RAHMAN" userId="3a50f129-8cc7-4976-93fa-4abd8345a4ee" providerId="ADAL" clId="{21EB7615-30A2-4977-AEC9-0F21DFEE660E}" dt="2025-12-27T17:11:39.415" v="1593" actId="1076"/>
          <ac:picMkLst>
            <pc:docMk/>
            <pc:sldMk cId="1699668940" sldId="273"/>
            <ac:picMk id="14" creationId="{96E020A4-C4FD-BEA3-F73C-05564323CE7E}"/>
          </ac:picMkLst>
        </pc:picChg>
      </pc:sldChg>
      <pc:sldChg chg="modSp add mod">
        <pc:chgData name="ARIA RAHMAN" userId="3a50f129-8cc7-4976-93fa-4abd8345a4ee" providerId="ADAL" clId="{21EB7615-30A2-4977-AEC9-0F21DFEE660E}" dt="2025-12-27T17:11:46.659" v="1594" actId="1076"/>
        <pc:sldMkLst>
          <pc:docMk/>
          <pc:sldMk cId="3486470739" sldId="274"/>
        </pc:sldMkLst>
        <pc:spChg chg="mod">
          <ac:chgData name="ARIA RAHMAN" userId="3a50f129-8cc7-4976-93fa-4abd8345a4ee" providerId="ADAL" clId="{21EB7615-30A2-4977-AEC9-0F21DFEE660E}" dt="2025-12-27T10:37:38.922" v="1575" actId="1076"/>
          <ac:spMkLst>
            <pc:docMk/>
            <pc:sldMk cId="3486470739" sldId="274"/>
            <ac:spMk id="9" creationId="{86B12605-2E35-8E7B-4619-D059F008A384}"/>
          </ac:spMkLst>
        </pc:spChg>
        <pc:spChg chg="mod">
          <ac:chgData name="ARIA RAHMAN" userId="3a50f129-8cc7-4976-93fa-4abd8345a4ee" providerId="ADAL" clId="{21EB7615-30A2-4977-AEC9-0F21DFEE660E}" dt="2025-12-26T19:53:36.089" v="419" actId="14100"/>
          <ac:spMkLst>
            <pc:docMk/>
            <pc:sldMk cId="3486470739" sldId="274"/>
            <ac:spMk id="16" creationId="{6E9717B5-C46E-C290-D524-D707FC0C1DA2}"/>
          </ac:spMkLst>
        </pc:spChg>
        <pc:picChg chg="mod">
          <ac:chgData name="ARIA RAHMAN" userId="3a50f129-8cc7-4976-93fa-4abd8345a4ee" providerId="ADAL" clId="{21EB7615-30A2-4977-AEC9-0F21DFEE660E}" dt="2025-12-27T17:11:46.659" v="1594" actId="1076"/>
          <ac:picMkLst>
            <pc:docMk/>
            <pc:sldMk cId="3486470739" sldId="274"/>
            <ac:picMk id="15" creationId="{AF7E5EE4-67AA-AAE0-FF3D-F9A7F431A18D}"/>
          </ac:picMkLst>
        </pc:picChg>
      </pc:sldChg>
      <pc:sldChg chg="addSp delSp modSp mod">
        <pc:chgData name="ARIA RAHMAN" userId="3a50f129-8cc7-4976-93fa-4abd8345a4ee" providerId="ADAL" clId="{21EB7615-30A2-4977-AEC9-0F21DFEE660E}" dt="2025-12-27T20:00:35.539" v="2154"/>
        <pc:sldMkLst>
          <pc:docMk/>
          <pc:sldMk cId="761179765" sldId="276"/>
        </pc:sldMkLst>
        <pc:spChg chg="add del mod">
          <ac:chgData name="ARIA RAHMAN" userId="3a50f129-8cc7-4976-93fa-4abd8345a4ee" providerId="ADAL" clId="{21EB7615-30A2-4977-AEC9-0F21DFEE660E}" dt="2025-12-27T19:37:11.793" v="2131" actId="478"/>
          <ac:spMkLst>
            <pc:docMk/>
            <pc:sldMk cId="761179765" sldId="276"/>
            <ac:spMk id="2" creationId="{4DC7C3E9-F5F7-B3FC-93E2-1D18D8517ECF}"/>
          </ac:spMkLst>
        </pc:spChg>
        <pc:spChg chg="add del mod">
          <ac:chgData name="ARIA RAHMAN" userId="3a50f129-8cc7-4976-93fa-4abd8345a4ee" providerId="ADAL" clId="{21EB7615-30A2-4977-AEC9-0F21DFEE660E}" dt="2025-12-27T20:00:26.033" v="2153" actId="478"/>
          <ac:spMkLst>
            <pc:docMk/>
            <pc:sldMk cId="761179765" sldId="276"/>
            <ac:spMk id="7" creationId="{33C8294F-0AEE-9CD6-FA14-979891102F1A}"/>
          </ac:spMkLst>
        </pc:spChg>
        <pc:spChg chg="add mod">
          <ac:chgData name="ARIA RAHMAN" userId="3a50f129-8cc7-4976-93fa-4abd8345a4ee" providerId="ADAL" clId="{21EB7615-30A2-4977-AEC9-0F21DFEE660E}" dt="2025-12-27T20:00:35.539" v="2154"/>
          <ac:spMkLst>
            <pc:docMk/>
            <pc:sldMk cId="761179765" sldId="276"/>
            <ac:spMk id="9" creationId="{FE4125FD-2F65-EC23-3A7F-A7B82D53AE44}"/>
          </ac:spMkLst>
        </pc:spChg>
        <pc:spChg chg="del">
          <ac:chgData name="ARIA RAHMAN" userId="3a50f129-8cc7-4976-93fa-4abd8345a4ee" providerId="ADAL" clId="{21EB7615-30A2-4977-AEC9-0F21DFEE660E}" dt="2025-12-27T17:21:21.178" v="1676" actId="478"/>
          <ac:spMkLst>
            <pc:docMk/>
            <pc:sldMk cId="761179765" sldId="276"/>
            <ac:spMk id="24" creationId="{8A13EA37-162A-34B9-4A3A-F4EF51D0B8BC}"/>
          </ac:spMkLst>
        </pc:spChg>
      </pc:sldChg>
      <pc:sldChg chg="addSp delSp modSp add mod ord">
        <pc:chgData name="ARIA RAHMAN" userId="3a50f129-8cc7-4976-93fa-4abd8345a4ee" providerId="ADAL" clId="{21EB7615-30A2-4977-AEC9-0F21DFEE660E}" dt="2025-12-27T10:23:20.305" v="1553" actId="1076"/>
        <pc:sldMkLst>
          <pc:docMk/>
          <pc:sldMk cId="3551143862" sldId="279"/>
        </pc:sldMkLst>
        <pc:spChg chg="mod">
          <ac:chgData name="ARIA RAHMAN" userId="3a50f129-8cc7-4976-93fa-4abd8345a4ee" providerId="ADAL" clId="{21EB7615-30A2-4977-AEC9-0F21DFEE660E}" dt="2025-12-26T21:23:35.262" v="1169" actId="1076"/>
          <ac:spMkLst>
            <pc:docMk/>
            <pc:sldMk cId="3551143862" sldId="279"/>
            <ac:spMk id="2" creationId="{8C47B11D-B194-EE86-6141-52C721B3826A}"/>
          </ac:spMkLst>
        </pc:spChg>
        <pc:spChg chg="add mod">
          <ac:chgData name="ARIA RAHMAN" userId="3a50f129-8cc7-4976-93fa-4abd8345a4ee" providerId="ADAL" clId="{21EB7615-30A2-4977-AEC9-0F21DFEE660E}" dt="2025-12-27T10:23:20.305" v="1553" actId="1076"/>
          <ac:spMkLst>
            <pc:docMk/>
            <pc:sldMk cId="3551143862" sldId="279"/>
            <ac:spMk id="4" creationId="{7D8B864A-DC5F-C94F-F21F-4A003D05A624}"/>
          </ac:spMkLst>
        </pc:spChg>
        <pc:spChg chg="mod">
          <ac:chgData name="ARIA RAHMAN" userId="3a50f129-8cc7-4976-93fa-4abd8345a4ee" providerId="ADAL" clId="{21EB7615-30A2-4977-AEC9-0F21DFEE660E}" dt="2025-12-26T21:22:33.146" v="1154"/>
          <ac:spMkLst>
            <pc:docMk/>
            <pc:sldMk cId="3551143862" sldId="279"/>
            <ac:spMk id="35" creationId="{461C20A4-30D2-72DD-41DD-09F882C9C99E}"/>
          </ac:spMkLst>
        </pc:spChg>
        <pc:graphicFrameChg chg="add mod modGraphic">
          <ac:chgData name="ARIA RAHMAN" userId="3a50f129-8cc7-4976-93fa-4abd8345a4ee" providerId="ADAL" clId="{21EB7615-30A2-4977-AEC9-0F21DFEE660E}" dt="2025-12-27T10:22:17.443" v="1547" actId="122"/>
          <ac:graphicFrameMkLst>
            <pc:docMk/>
            <pc:sldMk cId="3551143862" sldId="279"/>
            <ac:graphicFrameMk id="9" creationId="{3C8B58AD-A9F0-69EC-7C4F-466F12874941}"/>
          </ac:graphicFrameMkLst>
        </pc:graphicFrameChg>
      </pc:sldChg>
      <pc:sldChg chg="addSp delSp modSp mod">
        <pc:chgData name="ARIA RAHMAN" userId="3a50f129-8cc7-4976-93fa-4abd8345a4ee" providerId="ADAL" clId="{21EB7615-30A2-4977-AEC9-0F21DFEE660E}" dt="2025-12-27T21:39:50.832" v="2164" actId="20577"/>
        <pc:sldMkLst>
          <pc:docMk/>
          <pc:sldMk cId="2774418929" sldId="280"/>
        </pc:sldMkLst>
        <pc:spChg chg="add mod">
          <ac:chgData name="ARIA RAHMAN" userId="3a50f129-8cc7-4976-93fa-4abd8345a4ee" providerId="ADAL" clId="{21EB7615-30A2-4977-AEC9-0F21DFEE660E}" dt="2025-12-27T17:22:22.104" v="1681"/>
          <ac:spMkLst>
            <pc:docMk/>
            <pc:sldMk cId="2774418929" sldId="280"/>
            <ac:spMk id="3" creationId="{A0ABF554-25B2-7792-1015-F053952E5DF8}"/>
          </ac:spMkLst>
        </pc:spChg>
        <pc:spChg chg="del">
          <ac:chgData name="ARIA RAHMAN" userId="3a50f129-8cc7-4976-93fa-4abd8345a4ee" providerId="ADAL" clId="{21EB7615-30A2-4977-AEC9-0F21DFEE660E}" dt="2025-12-27T17:22:21.196" v="1680" actId="478"/>
          <ac:spMkLst>
            <pc:docMk/>
            <pc:sldMk cId="2774418929" sldId="280"/>
            <ac:spMk id="16" creationId="{43ACAE0B-D6DB-107E-09CC-1367148E3EF3}"/>
          </ac:spMkLst>
        </pc:spChg>
        <pc:spChg chg="mod">
          <ac:chgData name="ARIA RAHMAN" userId="3a50f129-8cc7-4976-93fa-4abd8345a4ee" providerId="ADAL" clId="{21EB7615-30A2-4977-AEC9-0F21DFEE660E}" dt="2025-12-27T21:39:50.832" v="2164" actId="20577"/>
          <ac:spMkLst>
            <pc:docMk/>
            <pc:sldMk cId="2774418929" sldId="280"/>
            <ac:spMk id="33" creationId="{FD49F533-776E-E478-2E02-502A309567FC}"/>
          </ac:spMkLst>
        </pc:spChg>
      </pc:sldChg>
      <pc:sldChg chg="addSp delSp modSp add mod">
        <pc:chgData name="ARIA RAHMAN" userId="3a50f129-8cc7-4976-93fa-4abd8345a4ee" providerId="ADAL" clId="{21EB7615-30A2-4977-AEC9-0F21DFEE660E}" dt="2025-12-27T19:37:20.020" v="2134"/>
        <pc:sldMkLst>
          <pc:docMk/>
          <pc:sldMk cId="769938373" sldId="281"/>
        </pc:sldMkLst>
        <pc:spChg chg="mod">
          <ac:chgData name="ARIA RAHMAN" userId="3a50f129-8cc7-4976-93fa-4abd8345a4ee" providerId="ADAL" clId="{21EB7615-30A2-4977-AEC9-0F21DFEE660E}" dt="2025-12-27T19:05:23.460" v="2130" actId="403"/>
          <ac:spMkLst>
            <pc:docMk/>
            <pc:sldMk cId="769938373" sldId="281"/>
            <ac:spMk id="2" creationId="{1F532AAD-4B9F-23AF-B9AB-6898E1528356}"/>
          </ac:spMkLst>
        </pc:spChg>
        <pc:spChg chg="add del">
          <ac:chgData name="ARIA RAHMAN" userId="3a50f129-8cc7-4976-93fa-4abd8345a4ee" providerId="ADAL" clId="{21EB7615-30A2-4977-AEC9-0F21DFEE660E}" dt="2025-12-27T18:26:52.422" v="1818" actId="22"/>
          <ac:spMkLst>
            <pc:docMk/>
            <pc:sldMk cId="769938373" sldId="281"/>
            <ac:spMk id="5" creationId="{3B258F46-3E69-DC86-D965-34335A38DB32}"/>
          </ac:spMkLst>
        </pc:spChg>
        <pc:spChg chg="del">
          <ac:chgData name="ARIA RAHMAN" userId="3a50f129-8cc7-4976-93fa-4abd8345a4ee" providerId="ADAL" clId="{21EB7615-30A2-4977-AEC9-0F21DFEE660E}" dt="2025-12-27T18:31:21.227" v="1990" actId="478"/>
          <ac:spMkLst>
            <pc:docMk/>
            <pc:sldMk cId="769938373" sldId="281"/>
            <ac:spMk id="6" creationId="{880B0785-2AA8-D8AE-275B-B7887CC9CB78}"/>
          </ac:spMkLst>
        </pc:spChg>
        <pc:spChg chg="add del mod">
          <ac:chgData name="ARIA RAHMAN" userId="3a50f129-8cc7-4976-93fa-4abd8345a4ee" providerId="ADAL" clId="{21EB7615-30A2-4977-AEC9-0F21DFEE660E}" dt="2025-12-27T18:39:13.720" v="2065" actId="478"/>
          <ac:spMkLst>
            <pc:docMk/>
            <pc:sldMk cId="769938373" sldId="281"/>
            <ac:spMk id="7" creationId="{7B3F8378-01E1-6F34-218B-CECAE0BDC443}"/>
          </ac:spMkLst>
        </pc:spChg>
        <pc:spChg chg="add mod">
          <ac:chgData name="ARIA RAHMAN" userId="3a50f129-8cc7-4976-93fa-4abd8345a4ee" providerId="ADAL" clId="{21EB7615-30A2-4977-AEC9-0F21DFEE660E}" dt="2025-12-27T19:37:20.020" v="2134"/>
          <ac:spMkLst>
            <pc:docMk/>
            <pc:sldMk cId="769938373" sldId="281"/>
            <ac:spMk id="8" creationId="{0DDA842E-AF97-2BD2-4454-1A5FA6242C67}"/>
          </ac:spMkLst>
        </pc:spChg>
        <pc:spChg chg="del">
          <ac:chgData name="ARIA RAHMAN" userId="3a50f129-8cc7-4976-93fa-4abd8345a4ee" providerId="ADAL" clId="{21EB7615-30A2-4977-AEC9-0F21DFEE660E}" dt="2025-12-27T19:37:19.270" v="2133" actId="478"/>
          <ac:spMkLst>
            <pc:docMk/>
            <pc:sldMk cId="769938373" sldId="281"/>
            <ac:spMk id="24" creationId="{FF14C1FD-B640-B241-D40F-79654DE471A2}"/>
          </ac:spMkLst>
        </pc:spChg>
        <pc:picChg chg="del">
          <ac:chgData name="ARIA RAHMAN" userId="3a50f129-8cc7-4976-93fa-4abd8345a4ee" providerId="ADAL" clId="{21EB7615-30A2-4977-AEC9-0F21DFEE660E}" dt="2025-12-27T18:27:41.672" v="1867" actId="478"/>
          <ac:picMkLst>
            <pc:docMk/>
            <pc:sldMk cId="769938373" sldId="281"/>
            <ac:picMk id="4" creationId="{30A379C3-49BE-1563-8517-C2939418AB13}"/>
          </ac:picMkLst>
        </pc:picChg>
      </pc:sldChg>
      <pc:sldChg chg="addSp delSp modSp add del mod">
        <pc:chgData name="ARIA RAHMAN" userId="3a50f129-8cc7-4976-93fa-4abd8345a4ee" providerId="ADAL" clId="{21EB7615-30A2-4977-AEC9-0F21DFEE660E}" dt="2025-12-27T20:00:20.516" v="2152" actId="47"/>
        <pc:sldMkLst>
          <pc:docMk/>
          <pc:sldMk cId="1563533426" sldId="282"/>
        </pc:sldMkLst>
        <pc:spChg chg="mod">
          <ac:chgData name="ARIA RAHMAN" userId="3a50f129-8cc7-4976-93fa-4abd8345a4ee" providerId="ADAL" clId="{21EB7615-30A2-4977-AEC9-0F21DFEE660E}" dt="2025-12-27T19:57:15.012" v="2139" actId="1076"/>
          <ac:spMkLst>
            <pc:docMk/>
            <pc:sldMk cId="1563533426" sldId="282"/>
            <ac:spMk id="35" creationId="{3AD9E960-6860-EA3D-FC87-00536F344A9F}"/>
          </ac:spMkLst>
        </pc:spChg>
        <pc:graphicFrameChg chg="add del mod modGraphic">
          <ac:chgData name="ARIA RAHMAN" userId="3a50f129-8cc7-4976-93fa-4abd8345a4ee" providerId="ADAL" clId="{21EB7615-30A2-4977-AEC9-0F21DFEE660E}" dt="2025-12-27T19:58:12.027" v="2144" actId="478"/>
          <ac:graphicFrameMkLst>
            <pc:docMk/>
            <pc:sldMk cId="1563533426" sldId="282"/>
            <ac:graphicFrameMk id="3" creationId="{4EF805B1-5FCA-0DF9-D9D1-1D11D679C2B5}"/>
          </ac:graphicFrameMkLst>
        </pc:graphicFrameChg>
        <pc:graphicFrameChg chg="add del modGraphic">
          <ac:chgData name="ARIA RAHMAN" userId="3a50f129-8cc7-4976-93fa-4abd8345a4ee" providerId="ADAL" clId="{21EB7615-30A2-4977-AEC9-0F21DFEE660E}" dt="2025-12-27T19:58:07.945" v="2142" actId="478"/>
          <ac:graphicFrameMkLst>
            <pc:docMk/>
            <pc:sldMk cId="1563533426" sldId="282"/>
            <ac:graphicFrameMk id="4" creationId="{8CE037D6-DCB8-2DC8-4054-8AAB3F3D51DD}"/>
          </ac:graphicFrameMkLst>
        </pc:graphicFrameChg>
        <pc:graphicFrameChg chg="add del modGraphic">
          <ac:chgData name="ARIA RAHMAN" userId="3a50f129-8cc7-4976-93fa-4abd8345a4ee" providerId="ADAL" clId="{21EB7615-30A2-4977-AEC9-0F21DFEE660E}" dt="2025-12-27T19:58:44.962" v="2146" actId="478"/>
          <ac:graphicFrameMkLst>
            <pc:docMk/>
            <pc:sldMk cId="1563533426" sldId="282"/>
            <ac:graphicFrameMk id="5" creationId="{7845B178-2179-9FFC-DC41-B1DA4686CC2F}"/>
          </ac:graphicFrameMkLst>
        </pc:graphicFrameChg>
        <pc:graphicFrameChg chg="add del modGraphic">
          <ac:chgData name="ARIA RAHMAN" userId="3a50f129-8cc7-4976-93fa-4abd8345a4ee" providerId="ADAL" clId="{21EB7615-30A2-4977-AEC9-0F21DFEE660E}" dt="2025-12-27T19:59:38.326" v="2148" actId="478"/>
          <ac:graphicFrameMkLst>
            <pc:docMk/>
            <pc:sldMk cId="1563533426" sldId="282"/>
            <ac:graphicFrameMk id="6" creationId="{8D0E8211-1425-A428-8834-D25267270723}"/>
          </ac:graphicFrameMkLst>
        </pc:graphicFrameChg>
        <pc:graphicFrameChg chg="add del mod modGraphic">
          <ac:chgData name="ARIA RAHMAN" userId="3a50f129-8cc7-4976-93fa-4abd8345a4ee" providerId="ADAL" clId="{21EB7615-30A2-4977-AEC9-0F21DFEE660E}" dt="2025-12-27T20:00:15.551" v="2151" actId="478"/>
          <ac:graphicFrameMkLst>
            <pc:docMk/>
            <pc:sldMk cId="1563533426" sldId="282"/>
            <ac:graphicFrameMk id="7" creationId="{82B4F79D-1374-C3BC-9D67-EAFCC4C624D6}"/>
          </ac:graphicFrameMkLst>
        </pc:graphicFrameChg>
      </pc:sldChg>
    </pc:docChg>
  </pc:docChgLst>
  <pc:docChgLst>
    <pc:chgData name="ZEBA TAHSIN RENAISSANCE" userId="S::22-49549-3@student.aiub.edu::0903d7e1-ba23-425c-bf7f-3729e2518dc7" providerId="AD" clId="Web-{3A699127-BBF0-4973-B37A-CBFC74601091}"/>
    <pc:docChg chg="modSld">
      <pc:chgData name="ZEBA TAHSIN RENAISSANCE" userId="S::22-49549-3@student.aiub.edu::0903d7e1-ba23-425c-bf7f-3729e2518dc7" providerId="AD" clId="Web-{3A699127-BBF0-4973-B37A-CBFC74601091}" dt="2025-12-27T15:34:24.746" v="5" actId="1076"/>
      <pc:docMkLst>
        <pc:docMk/>
      </pc:docMkLst>
      <pc:sldChg chg="modSp">
        <pc:chgData name="ZEBA TAHSIN RENAISSANCE" userId="S::22-49549-3@student.aiub.edu::0903d7e1-ba23-425c-bf7f-3729e2518dc7" providerId="AD" clId="Web-{3A699127-BBF0-4973-B37A-CBFC74601091}" dt="2025-12-27T15:34:24.746" v="5" actId="1076"/>
        <pc:sldMkLst>
          <pc:docMk/>
          <pc:sldMk cId="0" sldId="262"/>
        </pc:sldMkLst>
        <pc:picChg chg="mod">
          <ac:chgData name="ZEBA TAHSIN RENAISSANCE" userId="S::22-49549-3@student.aiub.edu::0903d7e1-ba23-425c-bf7f-3729e2518dc7" providerId="AD" clId="Web-{3A699127-BBF0-4973-B37A-CBFC74601091}" dt="2025-12-27T15:34:24.746" v="5" actId="1076"/>
          <ac:picMkLst>
            <pc:docMk/>
            <pc:sldMk cId="0" sldId="262"/>
            <ac:picMk id="21" creationId="{EEA9EB77-9E6E-B507-91A4-52900DAF70EC}"/>
          </ac:picMkLst>
        </pc:picChg>
      </pc:sldChg>
    </pc:docChg>
  </pc:docChgLst>
  <pc:docChgLst>
    <pc:chgData name="TAKBIR ZAMAN BHUIYAN" userId="S::22-49852-3@student.aiub.edu::44554c19-420a-43e4-af52-aeace053ed2b" providerId="AD" clId="Web-{4DD1F36F-C554-4EB0-A222-FA601E082B6B}"/>
    <pc:docChg chg="addSld modSld sldOrd">
      <pc:chgData name="TAKBIR ZAMAN BHUIYAN" userId="S::22-49852-3@student.aiub.edu::44554c19-420a-43e4-af52-aeace053ed2b" providerId="AD" clId="Web-{4DD1F36F-C554-4EB0-A222-FA601E082B6B}" dt="2025-12-26T21:55:23.297" v="622" actId="20577"/>
      <pc:docMkLst>
        <pc:docMk/>
      </pc:docMkLst>
      <pc:sldChg chg="addSp delSp modSp ord">
        <pc:chgData name="TAKBIR ZAMAN BHUIYAN" userId="S::22-49852-3@student.aiub.edu::44554c19-420a-43e4-af52-aeace053ed2b" providerId="AD" clId="Web-{4DD1F36F-C554-4EB0-A222-FA601E082B6B}" dt="2025-12-26T21:55:23.297" v="622" actId="20577"/>
        <pc:sldMkLst>
          <pc:docMk/>
          <pc:sldMk cId="606486631" sldId="271"/>
        </pc:sldMkLst>
        <pc:spChg chg="add del mod">
          <ac:chgData name="TAKBIR ZAMAN BHUIYAN" userId="S::22-49852-3@student.aiub.edu::44554c19-420a-43e4-af52-aeace053ed2b" providerId="AD" clId="Web-{4DD1F36F-C554-4EB0-A222-FA601E082B6B}" dt="2025-12-26T21:55:23.297" v="622" actId="20577"/>
          <ac:spMkLst>
            <pc:docMk/>
            <pc:sldMk cId="606486631" sldId="271"/>
            <ac:spMk id="6" creationId="{CE68E898-2927-1BB4-290D-725F0D6DF1D8}"/>
          </ac:spMkLst>
        </pc:spChg>
      </pc:sldChg>
      <pc:sldChg chg="addSp delSp modSp">
        <pc:chgData name="TAKBIR ZAMAN BHUIYAN" userId="S::22-49852-3@student.aiub.edu::44554c19-420a-43e4-af52-aeace053ed2b" providerId="AD" clId="Web-{4DD1F36F-C554-4EB0-A222-FA601E082B6B}" dt="2025-12-26T21:54:45.936" v="615" actId="20577"/>
        <pc:sldMkLst>
          <pc:docMk/>
          <pc:sldMk cId="761179765" sldId="276"/>
        </pc:sldMkLst>
        <pc:spChg chg="add mod">
          <ac:chgData name="TAKBIR ZAMAN BHUIYAN" userId="S::22-49852-3@student.aiub.edu::44554c19-420a-43e4-af52-aeace053ed2b" providerId="AD" clId="Web-{4DD1F36F-C554-4EB0-A222-FA601E082B6B}" dt="2025-12-26T21:54:45.936" v="615" actId="20577"/>
          <ac:spMkLst>
            <pc:docMk/>
            <pc:sldMk cId="761179765" sldId="276"/>
            <ac:spMk id="3" creationId="{BE5DB096-44EC-5AB4-0130-A28776B2A66C}"/>
          </ac:spMkLst>
        </pc:spChg>
      </pc:sldChg>
    </pc:docChg>
  </pc:docChgLst>
  <pc:docChgLst>
    <pc:chgData name="TAKBIR ZAMAN BHUIYAN" userId="S::22-49852-3@student.aiub.edu::44554c19-420a-43e4-af52-aeace053ed2b" providerId="AD" clId="Web-{2D954CBE-CDB5-4377-BE30-6435DFC712F9}"/>
    <pc:docChg chg="modSld">
      <pc:chgData name="TAKBIR ZAMAN BHUIYAN" userId="S::22-49852-3@student.aiub.edu::44554c19-420a-43e4-af52-aeace053ed2b" providerId="AD" clId="Web-{2D954CBE-CDB5-4377-BE30-6435DFC712F9}" dt="2025-12-27T20:10:24.449" v="5" actId="14100"/>
      <pc:docMkLst>
        <pc:docMk/>
      </pc:docMkLst>
      <pc:sldChg chg="modSp">
        <pc:chgData name="TAKBIR ZAMAN BHUIYAN" userId="S::22-49852-3@student.aiub.edu::44554c19-420a-43e4-af52-aeace053ed2b" providerId="AD" clId="Web-{2D954CBE-CDB5-4377-BE30-6435DFC712F9}" dt="2025-12-27T20:10:24.449" v="5" actId="14100"/>
        <pc:sldMkLst>
          <pc:docMk/>
          <pc:sldMk cId="761179765" sldId="276"/>
        </pc:sldMkLst>
        <pc:spChg chg="mod">
          <ac:chgData name="TAKBIR ZAMAN BHUIYAN" userId="S::22-49852-3@student.aiub.edu::44554c19-420a-43e4-af52-aeace053ed2b" providerId="AD" clId="Web-{2D954CBE-CDB5-4377-BE30-6435DFC712F9}" dt="2025-12-27T20:10:24.449" v="5" actId="14100"/>
          <ac:spMkLst>
            <pc:docMk/>
            <pc:sldMk cId="761179765" sldId="276"/>
            <ac:spMk id="3" creationId="{BE5DB096-44EC-5AB4-0130-A28776B2A66C}"/>
          </ac:spMkLst>
        </pc:spChg>
      </pc:sldChg>
    </pc:docChg>
  </pc:docChgLst>
  <pc:docChgLst>
    <pc:chgData clId="Web-{D3FD9B8B-79CC-4321-8AFC-CEE89DA2B8F3}"/>
    <pc:docChg chg="addSld">
      <pc:chgData name="" userId="" providerId="" clId="Web-{D3FD9B8B-79CC-4321-8AFC-CEE89DA2B8F3}" dt="2025-12-28T04:37:17.036" v="0"/>
      <pc:docMkLst>
        <pc:docMk/>
      </pc:docMkLst>
      <pc:sldChg chg="new">
        <pc:chgData name="" userId="" providerId="" clId="Web-{D3FD9B8B-79CC-4321-8AFC-CEE89DA2B8F3}" dt="2025-12-28T04:37:17.036" v="0"/>
        <pc:sldMkLst>
          <pc:docMk/>
          <pc:sldMk cId="351663042" sldId="284"/>
        </pc:sldMkLst>
      </pc:sldChg>
    </pc:docChg>
  </pc:docChgLst>
  <pc:docChgLst>
    <pc:chgData name="TAKBIR ZAMAN BHUIYAN" userId="S::22-49852-3@student.aiub.edu::44554c19-420a-43e4-af52-aeace053ed2b" providerId="AD" clId="Web-{B0AAA2F9-85B8-48A5-AC42-FFB8871EBF8C}"/>
    <pc:docChg chg="addSld delSld modSld">
      <pc:chgData name="TAKBIR ZAMAN BHUIYAN" userId="S::22-49852-3@student.aiub.edu::44554c19-420a-43e4-af52-aeace053ed2b" providerId="AD" clId="Web-{B0AAA2F9-85B8-48A5-AC42-FFB8871EBF8C}" dt="2025-12-26T20:30:30.765" v="3"/>
      <pc:docMkLst>
        <pc:docMk/>
      </pc:docMkLst>
      <pc:sldChg chg="modSp">
        <pc:chgData name="TAKBIR ZAMAN BHUIYAN" userId="S::22-49852-3@student.aiub.edu::44554c19-420a-43e4-af52-aeace053ed2b" providerId="AD" clId="Web-{B0AAA2F9-85B8-48A5-AC42-FFB8871EBF8C}" dt="2025-12-26T20:16:40.750" v="0" actId="20577"/>
        <pc:sldMkLst>
          <pc:docMk/>
          <pc:sldMk cId="606486631" sldId="271"/>
        </pc:sldMkLst>
      </pc:sldChg>
      <pc:sldChg chg="add replId">
        <pc:chgData name="TAKBIR ZAMAN BHUIYAN" userId="S::22-49852-3@student.aiub.edu::44554c19-420a-43e4-af52-aeace053ed2b" providerId="AD" clId="Web-{B0AAA2F9-85B8-48A5-AC42-FFB8871EBF8C}" dt="2025-12-26T20:30:30.765" v="3"/>
        <pc:sldMkLst>
          <pc:docMk/>
          <pc:sldMk cId="761179765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900A9-CC67-43C0-AD44-899F8BF7F5D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488FB-4D78-48A2-AC7E-73E633D96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5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488FB-4D78-48A2-AC7E-73E633D96D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488FB-4D78-48A2-AC7E-73E633D96D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78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B10F-4203-E94C-7969-3FFF732D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AEDF8-A340-AEC1-8C74-DCA99B1AB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CF37E-CCED-EBB3-9B96-71904F9FB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0628B-2652-0999-8500-A9F2A4B05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488FB-4D78-48A2-AC7E-73E633D96D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33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C7A6-1D71-3E68-5C57-5300534DD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DCE87-CF1A-1B89-CA06-C7C59035D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DCCB2-60AF-8EE9-6397-79BB151E2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5E968-5979-47B5-1115-0842EDBDB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488FB-4D78-48A2-AC7E-73E633D96D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18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0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5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6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0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81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8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06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3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0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6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9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5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dansbecker/food-101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AEBBE-BD03-4DDA-FF02-62673EB7C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54BD68-1FE7-4BDE-7211-D01B5A481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F8490B-B321-B069-5E49-BB6690DD4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E25CD4-97B7-0B43-D71D-B90ECE73B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36646" y="5977"/>
            <a:ext cx="14659148" cy="10287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9654791-D2F8-5B66-F091-1AE6380B2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519D33B-1AE8-4D3D-7F8C-D96A058A8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7CEB1E9-B821-7DD4-5170-38670D4B4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C469525-76C5-3865-23FC-25F6D215A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D21BCE1-85F1-AD9C-5AD4-C194BB5C6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8BA172-D94F-9BA9-4617-D1C8FE729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8A5E0B-59FC-583B-5AFF-3F4715D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</p:grpSp>
      <p:sp>
        <p:nvSpPr>
          <p:cNvPr id="3" name="TextBox 3">
            <a:extLst>
              <a:ext uri="{FF2B5EF4-FFF2-40B4-BE49-F238E27FC236}">
                <a16:creationId xmlns:a16="http://schemas.microsoft.com/office/drawing/2014/main" id="{F6C7BBEB-85F0-C0DE-020E-1CD73977D067}"/>
              </a:ext>
            </a:extLst>
          </p:cNvPr>
          <p:cNvSpPr txBox="1"/>
          <p:nvPr/>
        </p:nvSpPr>
        <p:spPr>
          <a:xfrm>
            <a:off x="5447598" y="159814"/>
            <a:ext cx="7392346" cy="1909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  <a:spcBef>
                <a:spcPct val="0"/>
              </a:spcBef>
            </a:pPr>
            <a:r>
              <a:rPr lang="en-US" sz="5400" dirty="0">
                <a:solidFill>
                  <a:srgbClr val="0E1D40"/>
                </a:solidFill>
                <a:latin typeface="Public Sans" panose="020B0604020202020204" charset="0"/>
                <a:ea typeface="Artifakt Element Hair" panose="020B0203050000020004" pitchFamily="34" charset="0"/>
                <a:cs typeface="Bobby Jones"/>
                <a:sym typeface="Bobby Jones"/>
              </a:rPr>
              <a:t>Research Report 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8100B-17E1-82D8-1434-8D3D1D6FB5DD}"/>
              </a:ext>
            </a:extLst>
          </p:cNvPr>
          <p:cNvSpPr txBox="1"/>
          <p:nvPr/>
        </p:nvSpPr>
        <p:spPr>
          <a:xfrm>
            <a:off x="1104671" y="2765695"/>
            <a:ext cx="160782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tx2">
                    <a:lumMod val="50000"/>
                  </a:schemeClr>
                </a:solidFill>
                <a:latin typeface="Artifakt Element Hair" panose="020B0203050000020004" pitchFamily="34" charset="0"/>
                <a:ea typeface="Artifakt Element Hair" panose="020B0203050000020004" pitchFamily="34" charset="0"/>
                <a:cs typeface="Times New Roman" panose="02020603050405020304" pitchFamily="18" charset="0"/>
              </a:rPr>
              <a:t>Classification of Food Objects Using Deep Convolutional Neural Network Using Transfer Learning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9896B21-58B1-910A-D2A2-6DF39E69875C}"/>
              </a:ext>
            </a:extLst>
          </p:cNvPr>
          <p:cNvSpPr txBox="1"/>
          <p:nvPr/>
        </p:nvSpPr>
        <p:spPr>
          <a:xfrm>
            <a:off x="7615237" y="3511830"/>
            <a:ext cx="3057068" cy="1856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E1D40"/>
                </a:solidFill>
                <a:latin typeface="Public Sans" panose="020B0604020202020204" charset="0"/>
                <a:ea typeface="Artifakt Element Hair" panose="020B0203050000020004" pitchFamily="34" charset="0"/>
                <a:cs typeface="Bobby Jones"/>
                <a:sym typeface="Bobby Jones"/>
              </a:rPr>
              <a:t>Presented by: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52E7E6-3A7B-7F85-2451-F7DE02403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889418"/>
              </p:ext>
            </p:extLst>
          </p:nvPr>
        </p:nvGraphicFramePr>
        <p:xfrm>
          <a:off x="4518430" y="5821680"/>
          <a:ext cx="9258530" cy="2971796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629265">
                  <a:extLst>
                    <a:ext uri="{9D8B030D-6E8A-4147-A177-3AD203B41FA5}">
                      <a16:colId xmlns:a16="http://schemas.microsoft.com/office/drawing/2014/main" val="2033026094"/>
                    </a:ext>
                  </a:extLst>
                </a:gridCol>
                <a:gridCol w="4629265">
                  <a:extLst>
                    <a:ext uri="{9D8B030D-6E8A-4147-A177-3AD203B41FA5}">
                      <a16:colId xmlns:a16="http://schemas.microsoft.com/office/drawing/2014/main" val="2228962289"/>
                    </a:ext>
                  </a:extLst>
                </a:gridCol>
              </a:tblGrid>
              <a:tr h="7429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Meherunnesa Monami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22-49824-3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265"/>
                  </a:ext>
                </a:extLst>
              </a:tr>
              <a:tr h="7429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Syed Mostafa Tahsinul Islam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22-49843-3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726727"/>
                  </a:ext>
                </a:extLst>
              </a:tr>
              <a:tr h="7429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Mostafa Galib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22-49791-3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633506"/>
                  </a:ext>
                </a:extLst>
              </a:tr>
              <a:tr h="7429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Tahmid Mahbub Tonmoy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22-49783-3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7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988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B2950-7723-573C-D596-027375B6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8B473D-5646-3EFD-3518-D562C8DB0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F898F7-1E3B-76D9-8700-84B3FD464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76B8D14-2986-8B6A-4DFC-1871F719F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36646" y="5977"/>
            <a:ext cx="14659148" cy="10287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36C3FE-1DB5-5B97-10F8-DD6326659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31EF0C6-AE4A-A246-6DE1-2A8DD327FB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06294A-435A-D409-18E4-F303485687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4E3F8A8-2FE8-A1CB-92CE-B94784931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C33839-E6CD-0B79-74AA-A076ED59E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D2667A-2487-96E6-96F1-2EAFDDAE0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ABA39D5-B8E8-0025-E6E0-41A1E9AAF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</p:grpSp>
      <p:sp>
        <p:nvSpPr>
          <p:cNvPr id="2" name="TextBox 2">
            <a:extLst>
              <a:ext uri="{FF2B5EF4-FFF2-40B4-BE49-F238E27FC236}">
                <a16:creationId xmlns:a16="http://schemas.microsoft.com/office/drawing/2014/main" id="{590A0032-2B51-8365-E7D6-572F0115C933}"/>
              </a:ext>
            </a:extLst>
          </p:cNvPr>
          <p:cNvSpPr txBox="1"/>
          <p:nvPr/>
        </p:nvSpPr>
        <p:spPr>
          <a:xfrm>
            <a:off x="6303747" y="331302"/>
            <a:ext cx="5206769" cy="19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8199"/>
              </a:lnSpc>
              <a:spcBef>
                <a:spcPct val="0"/>
              </a:spcBef>
            </a:pPr>
            <a:r>
              <a:rPr lang="en-US" sz="5400" dirty="0">
                <a:latin typeface="Public Sans" panose="020B0604020202020204" charset="0"/>
                <a:ea typeface="Artifakt Element Hair" panose="020B0203050000020004" pitchFamily="34" charset="0"/>
                <a:cs typeface="Bobby Jones"/>
                <a:sym typeface="Bobby Jones"/>
              </a:rPr>
              <a:t>INTRODUCTION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AA7DFE-ED05-BB9B-DF64-0055C779B0A4}"/>
              </a:ext>
            </a:extLst>
          </p:cNvPr>
          <p:cNvSpPr txBox="1">
            <a:spLocks/>
          </p:cNvSpPr>
          <p:nvPr/>
        </p:nvSpPr>
        <p:spPr>
          <a:xfrm>
            <a:off x="809395" y="3018894"/>
            <a:ext cx="16668750" cy="595842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SG" b="1" dirty="0">
                <a:latin typeface="Public Sans" panose="020B0604020202020204" charset="0"/>
                <a:ea typeface="Artifakt Element Hair" panose="020B0203050000020004" pitchFamily="34" charset="0"/>
                <a:cs typeface="Times New Roman" panose="02020603050405020304" pitchFamily="18" charset="0"/>
              </a:rPr>
              <a:t> Classification on Food Objects using Deep Convolutional Neural Network Using   Transfer Learning</a:t>
            </a:r>
            <a:r>
              <a:rPr lang="en-US" b="1" dirty="0">
                <a:latin typeface="Public Sans" panose="020B0604020202020204" charset="0"/>
                <a:ea typeface="Artifakt Element Hair" panose="020B02030500000200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SG" b="1" dirty="0">
                <a:latin typeface="Public Sans" panose="020B0604020202020204" charset="0"/>
                <a:ea typeface="Artifakt Element Hair" panose="020B0203050000020004" pitchFamily="34" charset="0"/>
                <a:cs typeface="Times New Roman" panose="02020603050405020304" pitchFamily="18" charset="0"/>
              </a:rPr>
              <a:t> Application : Food Objects classification</a:t>
            </a:r>
            <a:endParaRPr lang="en-US" b="1" dirty="0">
              <a:latin typeface="Public Sans" panose="020B0604020202020204" charset="0"/>
              <a:ea typeface="Artifakt Element Hair" panose="020B02030500000200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Public Sans" panose="020B0604020202020204" charset="0"/>
                <a:ea typeface="Artifakt Element Hair" panose="020B0203050000020004" pitchFamily="34" charset="0"/>
                <a:cs typeface="Times New Roman" panose="02020603050405020304" pitchFamily="18" charset="0"/>
              </a:rPr>
              <a:t> Used Model : Pre - trained </a:t>
            </a:r>
            <a:r>
              <a:rPr lang="en-US" b="1" dirty="0">
                <a:latin typeface="Public Sans" panose="020B0604020202020204" charset="0"/>
                <a:ea typeface="Artifakt Element Hair" panose="020B0203050000020004" pitchFamily="34" charset="0"/>
              </a:rPr>
              <a:t>Xception model</a:t>
            </a:r>
            <a:endParaRPr lang="en-SG" sz="4000" b="1" dirty="0">
              <a:latin typeface="Public Sans" panose="020B0604020202020204" charset="0"/>
              <a:ea typeface="Artifakt Element Hair" panose="020B02030500000200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SG" b="1" dirty="0">
                <a:latin typeface="Public Sans" panose="020B0604020202020204" charset="0"/>
                <a:ea typeface="Artifakt Element Hair" panose="020B0203050000020004" pitchFamily="34" charset="0"/>
                <a:cs typeface="Times New Roman" panose="02020603050405020304" pitchFamily="18" charset="0"/>
              </a:rPr>
              <a:t> Dataset Link: </a:t>
            </a:r>
            <a:r>
              <a:rPr lang="en-SG" b="1" dirty="0">
                <a:latin typeface="Public Sans" panose="020B0604020202020204" charset="0"/>
                <a:ea typeface="Artifakt Element Hair" panose="020B0203050000020004" pitchFamily="34" charset="0"/>
                <a:cs typeface="Times New Roman" panose="02020603050405020304" pitchFamily="18" charset="0"/>
                <a:hlinkClick r:id="rId2"/>
              </a:rPr>
              <a:t>https://www.kaggle.com/datasets/dansbecker/food-101</a:t>
            </a:r>
            <a:endParaRPr lang="en-SG" b="1" dirty="0">
              <a:latin typeface="Public Sans" panose="020B0604020202020204" charset="0"/>
              <a:ea typeface="Artifakt Element Hair" panose="020B02030500000200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SG" b="1" dirty="0">
                <a:latin typeface="Public Sans" panose="020B0604020202020204" charset="0"/>
                <a:ea typeface="Artifakt Element Hair" panose="020B0203050000020004" pitchFamily="34" charset="0"/>
                <a:cs typeface="Times New Roman" panose="02020603050405020304" pitchFamily="18" charset="0"/>
              </a:rPr>
              <a:t> 101,000 images, 101 food categories</a:t>
            </a:r>
          </a:p>
        </p:txBody>
      </p:sp>
    </p:spTree>
    <p:extLst>
      <p:ext uri="{BB962C8B-B14F-4D97-AF65-F5344CB8AC3E}">
        <p14:creationId xmlns:p14="http://schemas.microsoft.com/office/powerpoint/2010/main" val="187988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96E04-F6F1-BCC2-7855-3647AA21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FE4125FD-2F65-EC23-3A7F-A7B82D53AE44}"/>
              </a:ext>
            </a:extLst>
          </p:cNvPr>
          <p:cNvSpPr txBox="1"/>
          <p:nvPr/>
        </p:nvSpPr>
        <p:spPr>
          <a:xfrm>
            <a:off x="1207008" y="1204433"/>
            <a:ext cx="7598475" cy="1686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2"/>
                </a:solidFill>
                <a:latin typeface="Public Sans" panose="020B0604020202020204" charset="0"/>
                <a:ea typeface="+mj-ea"/>
                <a:cs typeface="+mj-cs"/>
                <a:sym typeface="Bobby Jones"/>
              </a:rPr>
              <a:t>LITERATURE REVIEW </a:t>
            </a:r>
            <a:endParaRPr lang="en-US" sz="5400" kern="1200" dirty="0">
              <a:solidFill>
                <a:schemeClr val="tx2"/>
              </a:solidFill>
              <a:latin typeface="Public Sans" panose="020B0604020202020204" charset="0"/>
              <a:ea typeface="+mj-ea"/>
              <a:cs typeface="+mj-cs"/>
              <a:sym typeface="Bobby Jone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5DB096-44EC-5AB4-0130-A28776B2A66C}"/>
              </a:ext>
            </a:extLst>
          </p:cNvPr>
          <p:cNvSpPr txBox="1"/>
          <p:nvPr/>
        </p:nvSpPr>
        <p:spPr>
          <a:xfrm>
            <a:off x="1207008" y="3632524"/>
            <a:ext cx="14764512" cy="503021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Title: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FoodNet</a:t>
            </a:r>
            <a:r>
              <a:rPr lang="en-US" sz="3200" dirty="0">
                <a:solidFill>
                  <a:schemeClr val="tx2"/>
                </a:solidFill>
              </a:rPr>
              <a:t>: Recognizing Foods Using Ensemble of Deep Networks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3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Model Used: </a:t>
            </a:r>
            <a:r>
              <a:rPr lang="en-US" sz="3200" dirty="0">
                <a:solidFill>
                  <a:schemeClr val="tx2"/>
                </a:solidFill>
              </a:rPr>
              <a:t>Feature-level Ensemble of fine-tuned </a:t>
            </a:r>
            <a:r>
              <a:rPr lang="en-US" sz="3200" dirty="0" err="1">
                <a:solidFill>
                  <a:schemeClr val="tx2"/>
                </a:solidFill>
              </a:rPr>
              <a:t>AlexNet</a:t>
            </a:r>
            <a:r>
              <a:rPr lang="en-US" sz="3200" dirty="0">
                <a:solidFill>
                  <a:schemeClr val="tx2"/>
                </a:solidFill>
              </a:rPr>
              <a:t> + </a:t>
            </a:r>
            <a:r>
              <a:rPr lang="en-US" sz="3200" dirty="0" err="1">
                <a:solidFill>
                  <a:schemeClr val="tx2"/>
                </a:solidFill>
              </a:rPr>
              <a:t>GoogleNet</a:t>
            </a:r>
            <a:r>
              <a:rPr lang="en-US" sz="3200" dirty="0">
                <a:solidFill>
                  <a:schemeClr val="tx2"/>
                </a:solidFill>
              </a:rPr>
              <a:t> + </a:t>
            </a:r>
            <a:r>
              <a:rPr lang="en-US" sz="3200" dirty="0" err="1">
                <a:solidFill>
                  <a:schemeClr val="tx2"/>
                </a:solidFill>
              </a:rPr>
              <a:t>ResNet</a:t>
            </a:r>
            <a:endParaRPr lang="en-US" sz="3200" dirty="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Fusion:</a:t>
            </a:r>
            <a:r>
              <a:rPr lang="en-US" sz="3200" dirty="0">
                <a:solidFill>
                  <a:schemeClr val="tx2"/>
                </a:solidFill>
              </a:rPr>
              <a:t> Weighted feature concatenation with ensemble CNN + </a:t>
            </a:r>
            <a:r>
              <a:rPr lang="en-US" sz="3200" dirty="0" err="1">
                <a:solidFill>
                  <a:schemeClr val="tx2"/>
                </a:solidFill>
              </a:rPr>
              <a:t>Softmax</a:t>
            </a:r>
            <a:endParaRPr lang="en-US" sz="3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3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Dataset:</a:t>
            </a:r>
            <a:r>
              <a:rPr lang="en-US" sz="3200" dirty="0">
                <a:solidFill>
                  <a:schemeClr val="tx2"/>
                </a:solidFill>
              </a:rPr>
              <a:t> Food-101 (plus newly introduced Indian Food Dataset)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Performance:</a:t>
            </a:r>
            <a:r>
              <a:rPr lang="en-US" sz="3200" dirty="0">
                <a:solidFill>
                  <a:schemeClr val="tx2"/>
                </a:solidFill>
              </a:rPr>
              <a:t>  Top-1: 72.12%, Top-5: 91.61%, Top-10: 95.95%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27360" y="-25071"/>
            <a:ext cx="9560641" cy="10312071"/>
            <a:chOff x="5818240" y="-1"/>
            <a:chExt cx="6373761" cy="687471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61179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3C37B-FF0F-DBCB-FDD6-1A9AF5AD7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D59AA30-D1E0-912C-83F8-A0189E792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9B119B-7BB8-3257-BCDA-FA3B5A470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AF3F7573-4770-55C0-8B5D-B55E6F435D2B}"/>
              </a:ext>
            </a:extLst>
          </p:cNvPr>
          <p:cNvSpPr txBox="1"/>
          <p:nvPr/>
        </p:nvSpPr>
        <p:spPr>
          <a:xfrm>
            <a:off x="1207008" y="1204433"/>
            <a:ext cx="7598475" cy="1686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tx2"/>
                </a:solidFill>
                <a:latin typeface="Public Sans" panose="020B0604020202020204" charset="0"/>
                <a:ea typeface="+mj-ea"/>
                <a:cs typeface="+mj-cs"/>
                <a:sym typeface="Bobby Jones"/>
              </a:rPr>
              <a:t>LITERATURE REVIEW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3008DD-5E64-D12A-5F09-1C9B1B2FD3AC}"/>
              </a:ext>
            </a:extLst>
          </p:cNvPr>
          <p:cNvSpPr txBox="1"/>
          <p:nvPr/>
        </p:nvSpPr>
        <p:spPr>
          <a:xfrm>
            <a:off x="1207007" y="3632524"/>
            <a:ext cx="16063354" cy="503021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Title:</a:t>
            </a:r>
            <a:r>
              <a:rPr lang="en-US" sz="3200" dirty="0">
                <a:solidFill>
                  <a:schemeClr val="tx2"/>
                </a:solidFill>
              </a:rPr>
              <a:t> Food-101 – Mining Discriminative Components with Random Forests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3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Model Used: </a:t>
            </a:r>
            <a:r>
              <a:rPr lang="en-US" sz="3200" dirty="0">
                <a:solidFill>
                  <a:schemeClr val="tx2"/>
                </a:solidFill>
              </a:rPr>
              <a:t>Random Forests for superpixel-based component mining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Classifier:</a:t>
            </a:r>
            <a:r>
              <a:rPr lang="en-US" sz="3200" dirty="0">
                <a:solidFill>
                  <a:schemeClr val="tx2"/>
                </a:solidFill>
              </a:rPr>
              <a:t> Mined components modeled with SVM + spatial pyramid pooling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3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Dataset:</a:t>
            </a:r>
            <a:r>
              <a:rPr lang="en-US" sz="3200" dirty="0">
                <a:solidFill>
                  <a:schemeClr val="tx2"/>
                </a:solidFill>
              </a:rPr>
              <a:t> Food-101 (101 classes, 101k real-world images)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Performance:</a:t>
            </a:r>
            <a:r>
              <a:rPr lang="en-US" sz="3200" dirty="0">
                <a:solidFill>
                  <a:schemeClr val="tx2"/>
                </a:solidFill>
              </a:rPr>
              <a:t> 50.76% average accuracy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9EBE12-AF59-1250-9093-8CA0E1A94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27360" y="-25071"/>
            <a:ext cx="9560641" cy="10312071"/>
            <a:chOff x="5818240" y="-1"/>
            <a:chExt cx="6373761" cy="687471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0C8AB92-F4F8-5EA1-F732-2C0B747DA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1CEA669-B4D0-DFF4-DD3E-7926AE270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A2A5E97-A3A6-3693-35C8-6570D03DE4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69BB48E-764D-84E4-B4D0-ABE608B1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1650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A4DA6-8554-EF2C-48F6-C2B7F66A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0BA764D-2426-371A-F4E3-1DEA9CFE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CC5A2-C4D8-F695-85AF-E79E7DC9A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0BFAE638-2759-67F6-3EBC-BF34827584FC}"/>
              </a:ext>
            </a:extLst>
          </p:cNvPr>
          <p:cNvSpPr txBox="1"/>
          <p:nvPr/>
        </p:nvSpPr>
        <p:spPr>
          <a:xfrm>
            <a:off x="1000546" y="1226888"/>
            <a:ext cx="7598475" cy="1686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tx2"/>
                </a:solidFill>
                <a:latin typeface="Public Sans" panose="020B0604020202020204" charset="0"/>
                <a:ea typeface="+mj-ea"/>
                <a:cs typeface="+mj-cs"/>
                <a:sym typeface="Bobby Jones"/>
              </a:rPr>
              <a:t>LITERATURE REVIEW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133C73-C854-00A2-12D0-B3219BE6DE35}"/>
              </a:ext>
            </a:extLst>
          </p:cNvPr>
          <p:cNvSpPr txBox="1"/>
          <p:nvPr/>
        </p:nvSpPr>
        <p:spPr>
          <a:xfrm>
            <a:off x="1000546" y="3335696"/>
            <a:ext cx="16286907" cy="568562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Title: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DeepFood</a:t>
            </a:r>
            <a:r>
              <a:rPr lang="en-US" sz="3200" dirty="0">
                <a:solidFill>
                  <a:schemeClr val="tx2"/>
                </a:solidFill>
              </a:rPr>
              <a:t>: Deep Learning-Based Food Image Recognition for Computer Aided Dietary   Assessment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3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Model Used: </a:t>
            </a:r>
            <a:r>
              <a:rPr lang="en-US" sz="3200" dirty="0">
                <a:solidFill>
                  <a:schemeClr val="tx2"/>
                </a:solidFill>
              </a:rPr>
              <a:t>Fine-tuned </a:t>
            </a:r>
            <a:r>
              <a:rPr lang="en-US" sz="3200" dirty="0" err="1">
                <a:solidFill>
                  <a:schemeClr val="tx2"/>
                </a:solidFill>
              </a:rPr>
              <a:t>GoogLeNet</a:t>
            </a:r>
            <a:r>
              <a:rPr lang="en-US" sz="3200" dirty="0">
                <a:solidFill>
                  <a:schemeClr val="tx2"/>
                </a:solidFill>
              </a:rPr>
              <a:t> using transfer learning and optimized Inception modules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3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Application:</a:t>
            </a:r>
            <a:r>
              <a:rPr lang="en-US" sz="3200" dirty="0">
                <a:solidFill>
                  <a:schemeClr val="tx2"/>
                </a:solidFill>
              </a:rPr>
              <a:t> Computer-aided dietary assessment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32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Dataset:</a:t>
            </a:r>
            <a:r>
              <a:rPr lang="en-US" sz="3200" dirty="0">
                <a:solidFill>
                  <a:schemeClr val="tx2"/>
                </a:solidFill>
              </a:rPr>
              <a:t> Food-101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chemeClr val="tx2"/>
                </a:solidFill>
              </a:rPr>
              <a:t>☐ </a:t>
            </a:r>
            <a:r>
              <a:rPr lang="en-US" sz="3200" b="1" dirty="0">
                <a:solidFill>
                  <a:schemeClr val="tx2"/>
                </a:solidFill>
              </a:rPr>
              <a:t>Performance: </a:t>
            </a:r>
            <a:r>
              <a:rPr lang="en-US" sz="3200" dirty="0">
                <a:solidFill>
                  <a:schemeClr val="tx2"/>
                </a:solidFill>
              </a:rPr>
              <a:t>Top-1 : 77.40% , Top-5 : 93.70%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C40115-714C-4524-67A0-978F0DE61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27360" y="-25071"/>
            <a:ext cx="9560641" cy="10312071"/>
            <a:chOff x="5818240" y="-1"/>
            <a:chExt cx="6373761" cy="687471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DF3E854-977C-7533-A777-C9731C548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20B68D-4E6B-D780-2291-2FD72316D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951AE3-140F-5A5E-0F43-77F09B5C8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8FB39E0-0328-297A-5DA4-C44929F96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8894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73AC2-0D7D-3D44-3EF7-C335F63ED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830555D-8067-5168-5286-AC0DA14A6FCE}"/>
              </a:ext>
            </a:extLst>
          </p:cNvPr>
          <p:cNvSpPr/>
          <p:nvPr/>
        </p:nvSpPr>
        <p:spPr>
          <a:xfrm>
            <a:off x="1140260" y="2254440"/>
            <a:ext cx="2737817" cy="15673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aseline="0" dirty="0">
                <a:solidFill>
                  <a:schemeClr val="tx1"/>
                </a:solidFill>
                <a:latin typeface="Calibri"/>
              </a:rPr>
              <a:t>Input Dataset</a:t>
            </a:r>
            <a:endParaRPr lang="en-US" sz="2400" baseline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28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8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BEFA23-11C5-46AA-CD73-FA1CF0680A6E}"/>
              </a:ext>
            </a:extLst>
          </p:cNvPr>
          <p:cNvSpPr/>
          <p:nvPr/>
        </p:nvSpPr>
        <p:spPr>
          <a:xfrm>
            <a:off x="1140259" y="4839622"/>
            <a:ext cx="3698843" cy="154982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dirty="0">
                <a:solidFill>
                  <a:schemeClr val="tx1"/>
                </a:solidFill>
                <a:ea typeface="Calibri"/>
                <a:cs typeface="Calibri"/>
              </a:rPr>
              <a:t>Pre-process The Dataset</a:t>
            </a:r>
          </a:p>
          <a:p>
            <a:pPr marL="228600" lvl="1" indent="-228600">
              <a:buFont typeface=""/>
              <a:buChar char="•"/>
            </a:pPr>
            <a:r>
              <a:rPr lang="en-US" sz="2000" dirty="0">
                <a:solidFill>
                  <a:schemeClr val="tx1"/>
                </a:solidFill>
                <a:ea typeface="Calibri"/>
                <a:cs typeface="Calibri"/>
              </a:rPr>
              <a:t>Data Augmentation</a:t>
            </a:r>
          </a:p>
          <a:p>
            <a:pPr marL="228600" lvl="1" indent="-228600">
              <a:buFont typeface=""/>
              <a:buChar char="•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Set Image Size 299 × 299 × 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5F2EA7-3FDA-F3F1-2D2B-86DEF81F629D}"/>
              </a:ext>
            </a:extLst>
          </p:cNvPr>
          <p:cNvSpPr/>
          <p:nvPr/>
        </p:nvSpPr>
        <p:spPr>
          <a:xfrm>
            <a:off x="6048457" y="4839622"/>
            <a:ext cx="2954842" cy="15498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Feature extraction using pretrained Xception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A8C5C3-F57D-604A-AB89-797F28E78C8A}"/>
              </a:ext>
            </a:extLst>
          </p:cNvPr>
          <p:cNvSpPr/>
          <p:nvPr/>
        </p:nvSpPr>
        <p:spPr>
          <a:xfrm>
            <a:off x="10304013" y="4839623"/>
            <a:ext cx="2969311" cy="155361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Global Average Pooling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67A4C9-DEE2-39B4-21B0-2A9FC2D28D39}"/>
              </a:ext>
            </a:extLst>
          </p:cNvPr>
          <p:cNvSpPr/>
          <p:nvPr/>
        </p:nvSpPr>
        <p:spPr>
          <a:xfrm>
            <a:off x="14574038" y="4825936"/>
            <a:ext cx="2731072" cy="1567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Dense (128, </a:t>
            </a:r>
            <a:r>
              <a:rPr lang="en-US" sz="2000" dirty="0" err="1">
                <a:solidFill>
                  <a:schemeClr val="tx1"/>
                </a:solidFill>
              </a:rPr>
              <a:t>ReLU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ea typeface="Calibri"/>
                <a:cs typeface="Calibri"/>
              </a:rPr>
              <a:t>Dropout 40%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78EEF3-BE1B-4F2C-A026-D7A6AAB54858}"/>
              </a:ext>
            </a:extLst>
          </p:cNvPr>
          <p:cNvSpPr/>
          <p:nvPr/>
        </p:nvSpPr>
        <p:spPr>
          <a:xfrm>
            <a:off x="14560836" y="7692229"/>
            <a:ext cx="2731072" cy="15024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Model Evaluation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34A7CC-5522-6765-33FE-0F1E61C99141}"/>
              </a:ext>
            </a:extLst>
          </p:cNvPr>
          <p:cNvSpPr/>
          <p:nvPr/>
        </p:nvSpPr>
        <p:spPr>
          <a:xfrm>
            <a:off x="9510148" y="7692228"/>
            <a:ext cx="2737817" cy="150249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Food Object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classifica</a:t>
            </a:r>
            <a:r>
              <a:rPr lang="en-US" sz="2000" dirty="0">
                <a:solidFill>
                  <a:schemeClr val="tx1"/>
                </a:solidFill>
              </a:rPr>
              <a:t>tion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9C3476C-B37F-BD81-6015-145621353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26" r="12526"/>
          <a:stretch/>
        </p:blipFill>
        <p:spPr>
          <a:xfrm>
            <a:off x="1484746" y="2861847"/>
            <a:ext cx="2043882" cy="8498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F0364EB-DAB8-547C-725C-1DFFA227ECC3}"/>
              </a:ext>
            </a:extLst>
          </p:cNvPr>
          <p:cNvCxnSpPr>
            <a:cxnSpLocks/>
          </p:cNvCxnSpPr>
          <p:nvPr/>
        </p:nvCxnSpPr>
        <p:spPr>
          <a:xfrm>
            <a:off x="2371740" y="3806067"/>
            <a:ext cx="0" cy="10198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B8C7808-B65D-33AC-0078-144DF3E84F8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839102" y="5614536"/>
            <a:ext cx="12093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5913FA-0F45-F157-731D-86E42E01EB5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9003299" y="5614536"/>
            <a:ext cx="1300714" cy="18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91D8ED-303C-9B70-3538-D98466F284B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13273324" y="5609587"/>
            <a:ext cx="1300714" cy="6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2406BA-980C-B8F6-F116-6E622B72C49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15926372" y="6393238"/>
            <a:ext cx="13202" cy="12989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E31A14A-2415-C005-7CE9-637DB42126E1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12247965" y="8443474"/>
            <a:ext cx="23128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D3EC530-1764-629E-BD72-540E90FD970A}"/>
              </a:ext>
            </a:extLst>
          </p:cNvPr>
          <p:cNvCxnSpPr>
            <a:cxnSpLocks/>
            <a:stCxn id="9" idx="1"/>
            <a:endCxn id="34" idx="3"/>
          </p:cNvCxnSpPr>
          <p:nvPr/>
        </p:nvCxnSpPr>
        <p:spPr>
          <a:xfrm flipH="1">
            <a:off x="7799599" y="8443474"/>
            <a:ext cx="1710549" cy="37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ABF554-25B2-7792-1015-F053952E5DF8}"/>
              </a:ext>
            </a:extLst>
          </p:cNvPr>
          <p:cNvSpPr txBox="1"/>
          <p:nvPr/>
        </p:nvSpPr>
        <p:spPr>
          <a:xfrm>
            <a:off x="4838004" y="-459167"/>
            <a:ext cx="9150325" cy="19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  <a:spcBef>
                <a:spcPct val="0"/>
              </a:spcBef>
            </a:pPr>
            <a:r>
              <a:rPr lang="en-US" sz="5400" dirty="0">
                <a:solidFill>
                  <a:srgbClr val="0E1D40"/>
                </a:solidFill>
                <a:latin typeface="Public Sans" panose="020B0604020202020204" charset="0"/>
                <a:ea typeface="Bobby Jones"/>
                <a:cs typeface="Bobby Jones"/>
                <a:sym typeface="Bobby Jones"/>
              </a:rPr>
              <a:t>CORE CONCEPT OF PAPER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B25963A-3AB5-648C-7924-F4166D7FF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259" y="7696014"/>
            <a:ext cx="6659340" cy="150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18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15272-E86B-E5DE-9836-E7F699D0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84D21B-2BB9-CE54-9AAF-D7972551E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26C93-0E9E-C341-1F47-F4F49E4DB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4DE2A8-7395-A152-9B72-DCCCEE894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36646" y="5977"/>
            <a:ext cx="14659148" cy="10287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1204269-70B1-90B4-F024-B05CB1B76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7080934-661A-9DB4-88FD-A97D7B8640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1FCE095-3C12-59C7-B3AD-AAE5ABCE1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889CA3A-86B8-C82C-0875-93B8BCE398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FA1D413-E2D5-F22D-CD55-5F4C66B73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0F0DC9-72BA-9BF0-A035-1BE5E99C8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C07C152-F040-1FF7-C5B1-A9E1E5544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E028CD1-29C9-83BE-13EC-849B833DF81F}"/>
              </a:ext>
            </a:extLst>
          </p:cNvPr>
          <p:cNvSpPr txBox="1"/>
          <p:nvPr/>
        </p:nvSpPr>
        <p:spPr>
          <a:xfrm>
            <a:off x="5507310" y="453605"/>
            <a:ext cx="8808343" cy="19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9"/>
              </a:lnSpc>
              <a:spcBef>
                <a:spcPct val="0"/>
              </a:spcBef>
            </a:pPr>
            <a:r>
              <a:rPr lang="en-US" sz="5400" dirty="0">
                <a:solidFill>
                  <a:srgbClr val="0E1D40"/>
                </a:solidFill>
                <a:latin typeface="Public Sans" panose="020B0604020202020204" charset="0"/>
                <a:ea typeface="Bobby Jones"/>
                <a:cs typeface="Bobby Jones"/>
                <a:sym typeface="Bobby Jones"/>
              </a:rPr>
              <a:t>CORE CONCEPT OF PAPER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C81B8-913F-B481-E0A1-08EAD0C35EC8}"/>
              </a:ext>
            </a:extLst>
          </p:cNvPr>
          <p:cNvSpPr txBox="1"/>
          <p:nvPr/>
        </p:nvSpPr>
        <p:spPr>
          <a:xfrm>
            <a:off x="1154201" y="3321386"/>
            <a:ext cx="15979140" cy="562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SG" sz="3600" dirty="0">
                <a:ea typeface="Artifakt Element Hair" panose="020B0203050000020004" pitchFamily="34" charset="0"/>
                <a:cs typeface="Times New Roman" panose="02020603050405020304" pitchFamily="18" charset="0"/>
              </a:rPr>
              <a:t>    Transfer learning  =  less training cost, improved generalization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SG" sz="3600" dirty="0">
                <a:ea typeface="Artifakt Element Hair" panose="020B0203050000020004" pitchFamily="34" charset="0"/>
                <a:cs typeface="Times New Roman" panose="02020603050405020304" pitchFamily="18" charset="0"/>
              </a:rPr>
              <a:t>    </a:t>
            </a:r>
            <a:r>
              <a:rPr lang="en-US" sz="3600" dirty="0">
                <a:ea typeface="Artifakt Element Hair" panose="020B0203050000020004" pitchFamily="34" charset="0"/>
                <a:cs typeface="Times New Roman" panose="02020603050405020304" pitchFamily="18" charset="0"/>
              </a:rPr>
              <a:t>Xception  =  captures fine-grained texture features in food images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ea typeface="Artifakt Element Hair" panose="020B0203050000020004" pitchFamily="34" charset="0"/>
                <a:cs typeface="Times New Roman" panose="02020603050405020304" pitchFamily="18" charset="0"/>
              </a:rPr>
              <a:t>    Data augmentation  =  improves robustness to visual variations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ea typeface="Artifakt Element Hair" panose="020B0203050000020004" pitchFamily="34" charset="0"/>
                <a:cs typeface="Times New Roman" panose="02020603050405020304" pitchFamily="18" charset="0"/>
              </a:rPr>
              <a:t>    Global average pooling reduces overfitting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ea typeface="Artifakt Element Hair" panose="020B0203050000020004" pitchFamily="34" charset="0"/>
                <a:cs typeface="Times New Roman" panose="02020603050405020304" pitchFamily="18" charset="0"/>
              </a:rPr>
              <a:t>    Achieves 95.20% Top-5 accuracy on Food-101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q"/>
            </a:pPr>
            <a:endParaRPr lang="en-US" sz="3600" dirty="0">
              <a:ea typeface="Artifakt Element Hair" panose="020B02030500000200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939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2C042-AFD7-6327-F8FB-53BF082B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81804D-6F50-0E4F-6F5C-14AF9D6EE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BEBCBE-898B-6A91-0B66-95FE8FF99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68EE49-7262-2669-22F1-06F18A0A1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36646" y="5977"/>
            <a:ext cx="14659148" cy="10287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DDF3FC9-8974-D5D7-256A-6F6DE4490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7C6EE49-0DC5-7166-E10F-804828578E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0304B0-22FE-9F9A-235A-C4466F015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C31B91-BC38-70D7-93B5-6FEABEDBE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863275C-17F2-C13B-E5B4-9D407CE2B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F39E393-A60B-C189-0CFF-6661CCE60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1A539EE-751E-AA41-635B-03CDAA9EF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8274EE5-6D7D-B6C4-81F8-97EA088959FB}"/>
              </a:ext>
            </a:extLst>
          </p:cNvPr>
          <p:cNvSpPr txBox="1"/>
          <p:nvPr/>
        </p:nvSpPr>
        <p:spPr>
          <a:xfrm>
            <a:off x="3937038" y="267205"/>
            <a:ext cx="10363200" cy="1927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  <a:spcBef>
                <a:spcPct val="0"/>
              </a:spcBef>
            </a:pPr>
            <a:r>
              <a:rPr lang="en-US" sz="5400" dirty="0">
                <a:solidFill>
                  <a:srgbClr val="0E1D40"/>
                </a:solidFill>
                <a:latin typeface="Public Sans" panose="020B0604020202020204" charset="0"/>
                <a:sym typeface="Bobby Jones"/>
              </a:rPr>
              <a:t>LIMITATIONS</a:t>
            </a:r>
            <a:endParaRPr lang="en-US" sz="1400" dirty="0">
              <a:latin typeface="Public Sans" panose="020B0604020202020204" charset="0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7F73C-99A5-A3A6-B71F-A4C8098B3B58}"/>
              </a:ext>
            </a:extLst>
          </p:cNvPr>
          <p:cNvSpPr txBox="1"/>
          <p:nvPr/>
        </p:nvSpPr>
        <p:spPr>
          <a:xfrm>
            <a:off x="1536646" y="3056849"/>
            <a:ext cx="15497113" cy="489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3600" b="1" dirty="0"/>
              <a:t>Single-Dataset Training </a:t>
            </a:r>
            <a:r>
              <a:rPr lang="en-US" sz="4400" b="1" dirty="0"/>
              <a:t>→ </a:t>
            </a:r>
            <a:r>
              <a:rPr lang="en-US" sz="3600" dirty="0"/>
              <a:t> limits cross-dataset generalization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3600" b="1" dirty="0"/>
              <a:t>CNN Only Architecture </a:t>
            </a:r>
            <a:r>
              <a:rPr lang="en-US" sz="4400" b="1" dirty="0"/>
              <a:t>→</a:t>
            </a:r>
            <a:r>
              <a:rPr lang="en-US" sz="3600" dirty="0"/>
              <a:t>  Xception lacks global contextual understanding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3600" b="1" dirty="0"/>
              <a:t>Basic Augmentation Only </a:t>
            </a:r>
            <a:r>
              <a:rPr lang="en-US" sz="4400" b="1" dirty="0"/>
              <a:t>→</a:t>
            </a:r>
            <a:r>
              <a:rPr lang="en-US" sz="4400" dirty="0"/>
              <a:t> </a:t>
            </a:r>
            <a:r>
              <a:rPr lang="en-US" sz="3600" dirty="0"/>
              <a:t>No GAN / diffusion-based synthetic augmentation</a:t>
            </a:r>
          </a:p>
        </p:txBody>
      </p:sp>
    </p:spTree>
    <p:extLst>
      <p:ext uri="{BB962C8B-B14F-4D97-AF65-F5344CB8AC3E}">
        <p14:creationId xmlns:p14="http://schemas.microsoft.com/office/powerpoint/2010/main" val="4002572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059E0-6042-D9C0-9DF2-F19D39CEB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>
            <a:extLst>
              <a:ext uri="{FF2B5EF4-FFF2-40B4-BE49-F238E27FC236}">
                <a16:creationId xmlns:a16="http://schemas.microsoft.com/office/drawing/2014/main" id="{6E9717B5-C46E-C290-D524-D707FC0C1DA2}"/>
              </a:ext>
            </a:extLst>
          </p:cNvPr>
          <p:cNvSpPr txBox="1"/>
          <p:nvPr/>
        </p:nvSpPr>
        <p:spPr>
          <a:xfrm>
            <a:off x="3618527" y="-619705"/>
            <a:ext cx="11050946" cy="1891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  <a:spcBef>
                <a:spcPct val="0"/>
              </a:spcBef>
            </a:pPr>
            <a:r>
              <a:rPr lang="en-US" sz="4800" dirty="0">
                <a:solidFill>
                  <a:srgbClr val="0E1D40"/>
                </a:solidFill>
                <a:latin typeface="Public Sans" panose="020B0604020202020204" charset="0"/>
                <a:ea typeface="Bobby Jones"/>
                <a:cs typeface="Bobby Jones"/>
                <a:sym typeface="Bobby Jones"/>
              </a:rPr>
              <a:t>PROPOSED RESEARCH HYPOTHESIS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D462CE1-851F-787E-5352-16A1C2472101}"/>
              </a:ext>
            </a:extLst>
          </p:cNvPr>
          <p:cNvSpPr/>
          <p:nvPr/>
        </p:nvSpPr>
        <p:spPr>
          <a:xfrm>
            <a:off x="1028699" y="2859042"/>
            <a:ext cx="4397043" cy="9242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Training on Multiple Datasets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53AC9E-3C1A-0E24-7DBF-AF578B9AA8BC}"/>
              </a:ext>
            </a:extLst>
          </p:cNvPr>
          <p:cNvSpPr/>
          <p:nvPr/>
        </p:nvSpPr>
        <p:spPr>
          <a:xfrm>
            <a:off x="8012510" y="5668257"/>
            <a:ext cx="3877624" cy="9242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Public Sans" panose="020B0604020202020204" charset="0"/>
                <a:ea typeface="Calibri"/>
                <a:cs typeface="Calibri"/>
                <a:sym typeface="Public Sans"/>
              </a:rPr>
              <a:t>Local + Global Feature Understanding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EBF0CE-258D-4D71-4F88-5360E3836070}"/>
              </a:ext>
            </a:extLst>
          </p:cNvPr>
          <p:cNvSpPr/>
          <p:nvPr/>
        </p:nvSpPr>
        <p:spPr>
          <a:xfrm>
            <a:off x="1028699" y="5668259"/>
            <a:ext cx="4397043" cy="9242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Hybrid CNN-Transformer Model (Xception + ViT)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1A7FE4-C72F-6345-D43E-FB4E39CE9507}"/>
              </a:ext>
            </a:extLst>
          </p:cNvPr>
          <p:cNvSpPr/>
          <p:nvPr/>
        </p:nvSpPr>
        <p:spPr>
          <a:xfrm>
            <a:off x="14207295" y="2859043"/>
            <a:ext cx="3299040" cy="9242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Better Generalization on Unseen cuisines 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F63EB9-F802-4510-D1D8-D91980A3FA3D}"/>
              </a:ext>
            </a:extLst>
          </p:cNvPr>
          <p:cNvSpPr/>
          <p:nvPr/>
        </p:nvSpPr>
        <p:spPr>
          <a:xfrm>
            <a:off x="8012510" y="2859042"/>
            <a:ext cx="3877624" cy="9242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Richer Data Diversity and Cross Domain Learning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7091F5-2E24-241F-549A-C463AB47BAB6}"/>
              </a:ext>
            </a:extLst>
          </p:cNvPr>
          <p:cNvSpPr/>
          <p:nvPr/>
        </p:nvSpPr>
        <p:spPr>
          <a:xfrm>
            <a:off x="14207294" y="5668257"/>
            <a:ext cx="3299040" cy="9242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Higher Accuracy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&amp; Stronger Feature Representation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789B1B-3E91-2098-029B-8F7816C8B7C3}"/>
              </a:ext>
            </a:extLst>
          </p:cNvPr>
          <p:cNvSpPr/>
          <p:nvPr/>
        </p:nvSpPr>
        <p:spPr>
          <a:xfrm>
            <a:off x="14271536" y="8360138"/>
            <a:ext cx="3234798" cy="10633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Improved Real World Performance 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91D406-1429-9C92-ECDA-6FFE8B2F9A8D}"/>
              </a:ext>
            </a:extLst>
          </p:cNvPr>
          <p:cNvSpPr/>
          <p:nvPr/>
        </p:nvSpPr>
        <p:spPr>
          <a:xfrm>
            <a:off x="976785" y="8360138"/>
            <a:ext cx="4384717" cy="10633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GAN / Diffusion Based Data Augmentation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D6DB7E-0E36-753B-3081-80191588D21E}"/>
              </a:ext>
            </a:extLst>
          </p:cNvPr>
          <p:cNvSpPr/>
          <p:nvPr/>
        </p:nvSpPr>
        <p:spPr>
          <a:xfrm>
            <a:off x="8012509" y="8360138"/>
            <a:ext cx="3877623" cy="10633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Generate Synthetic Food Images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F444E9-FC83-241A-B8D0-F40E85F23BAA}"/>
              </a:ext>
            </a:extLst>
          </p:cNvPr>
          <p:cNvSpPr/>
          <p:nvPr/>
        </p:nvSpPr>
        <p:spPr>
          <a:xfrm>
            <a:off x="1028701" y="1679698"/>
            <a:ext cx="2024216" cy="7242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Hypothesis- 1</a:t>
            </a:r>
            <a:endParaRPr lang="en-US" sz="2000" b="1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FC08D6-E824-F4DA-7322-874D10366EDE}"/>
              </a:ext>
            </a:extLst>
          </p:cNvPr>
          <p:cNvCxnSpPr>
            <a:cxnSpLocks/>
          </p:cNvCxnSpPr>
          <p:nvPr/>
        </p:nvCxnSpPr>
        <p:spPr>
          <a:xfrm>
            <a:off x="5623612" y="3403981"/>
            <a:ext cx="2119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523B2E-2521-256A-6AF0-8AE992B2AEDA}"/>
              </a:ext>
            </a:extLst>
          </p:cNvPr>
          <p:cNvCxnSpPr>
            <a:cxnSpLocks/>
          </p:cNvCxnSpPr>
          <p:nvPr/>
        </p:nvCxnSpPr>
        <p:spPr>
          <a:xfrm>
            <a:off x="12182168" y="3403981"/>
            <a:ext cx="1827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8346E0-0618-1540-3664-DCE916F4CEA6}"/>
              </a:ext>
            </a:extLst>
          </p:cNvPr>
          <p:cNvSpPr/>
          <p:nvPr/>
        </p:nvSpPr>
        <p:spPr>
          <a:xfrm>
            <a:off x="1028701" y="4462211"/>
            <a:ext cx="2024216" cy="7242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Hypothesis- 2</a:t>
            </a:r>
            <a:endParaRPr lang="en-US" sz="2000" b="1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E1642C-BDA6-44B8-13A3-E6A253A0E7A3}"/>
              </a:ext>
            </a:extLst>
          </p:cNvPr>
          <p:cNvCxnSpPr>
            <a:cxnSpLocks/>
          </p:cNvCxnSpPr>
          <p:nvPr/>
        </p:nvCxnSpPr>
        <p:spPr>
          <a:xfrm>
            <a:off x="5623612" y="6115403"/>
            <a:ext cx="2119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8808283-25F7-75C8-C89C-2C458B73680F}"/>
              </a:ext>
            </a:extLst>
          </p:cNvPr>
          <p:cNvCxnSpPr>
            <a:cxnSpLocks/>
          </p:cNvCxnSpPr>
          <p:nvPr/>
        </p:nvCxnSpPr>
        <p:spPr>
          <a:xfrm>
            <a:off x="12182168" y="6060857"/>
            <a:ext cx="1827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7042622-F764-0EC1-6A9A-884EC5F0823B}"/>
              </a:ext>
            </a:extLst>
          </p:cNvPr>
          <p:cNvSpPr/>
          <p:nvPr/>
        </p:nvSpPr>
        <p:spPr>
          <a:xfrm>
            <a:off x="1028700" y="7204128"/>
            <a:ext cx="2024216" cy="7242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Hypothesis- 3</a:t>
            </a:r>
            <a:endParaRPr lang="en-US" sz="2000" b="1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9B7B7F-23BB-41BF-563D-A6237F4079D0}"/>
              </a:ext>
            </a:extLst>
          </p:cNvPr>
          <p:cNvCxnSpPr>
            <a:cxnSpLocks/>
          </p:cNvCxnSpPr>
          <p:nvPr/>
        </p:nvCxnSpPr>
        <p:spPr>
          <a:xfrm>
            <a:off x="5623612" y="8958662"/>
            <a:ext cx="2119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8372D1-15EF-3517-4C04-5382C490DBE8}"/>
              </a:ext>
            </a:extLst>
          </p:cNvPr>
          <p:cNvCxnSpPr>
            <a:cxnSpLocks/>
          </p:cNvCxnSpPr>
          <p:nvPr/>
        </p:nvCxnSpPr>
        <p:spPr>
          <a:xfrm>
            <a:off x="12182168" y="8891808"/>
            <a:ext cx="1827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47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36646" y="5977"/>
            <a:ext cx="14659148" cy="10287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</p:grpSp>
      <p:sp>
        <p:nvSpPr>
          <p:cNvPr id="6" name="TextBox 2">
            <a:extLst>
              <a:ext uri="{FF2B5EF4-FFF2-40B4-BE49-F238E27FC236}">
                <a16:creationId xmlns:a16="http://schemas.microsoft.com/office/drawing/2014/main" id="{CAE25580-5DA8-9730-7E80-F274A991B73C}"/>
              </a:ext>
            </a:extLst>
          </p:cNvPr>
          <p:cNvSpPr txBox="1"/>
          <p:nvPr/>
        </p:nvSpPr>
        <p:spPr>
          <a:xfrm>
            <a:off x="543444" y="616893"/>
            <a:ext cx="17200654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dirty="0">
                <a:solidFill>
                  <a:srgbClr val="0E1D40"/>
                </a:solidFill>
                <a:latin typeface="Public Sans" panose="020B0604020202020204" charset="0"/>
                <a:sym typeface="Bobby Jones"/>
              </a:rPr>
              <a:t>PROPOSED MODEL IMPROVEMENTS STRATEGY</a:t>
            </a:r>
            <a:endParaRPr lang="en-US" sz="1050" dirty="0">
              <a:latin typeface="Public Sans" panose="020B0604020202020204" charset="0"/>
              <a:sym typeface="Bobby Jone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B2E54F-97D4-E47B-71CD-B90BB5394F2C}"/>
              </a:ext>
            </a:extLst>
          </p:cNvPr>
          <p:cNvSpPr/>
          <p:nvPr/>
        </p:nvSpPr>
        <p:spPr>
          <a:xfrm>
            <a:off x="4408630" y="4940313"/>
            <a:ext cx="3820457" cy="8735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</a:rPr>
              <a:t>Feature Selection</a:t>
            </a:r>
            <a:endParaRPr lang="en-US" sz="3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F93CD1-2209-9680-8700-F4456035ECE7}"/>
              </a:ext>
            </a:extLst>
          </p:cNvPr>
          <p:cNvSpPr/>
          <p:nvPr/>
        </p:nvSpPr>
        <p:spPr>
          <a:xfrm>
            <a:off x="4408630" y="6812557"/>
            <a:ext cx="3820457" cy="12633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ea typeface="Calibri"/>
                <a:cs typeface="Calibri"/>
              </a:rPr>
              <a:t>Deep Learning Xception Model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77335D7-9012-9B27-8C6B-0EB930C9B435}"/>
              </a:ext>
            </a:extLst>
          </p:cNvPr>
          <p:cNvSpPr/>
          <p:nvPr/>
        </p:nvSpPr>
        <p:spPr>
          <a:xfrm>
            <a:off x="4408630" y="8815363"/>
            <a:ext cx="3820457" cy="8735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</a:rPr>
              <a:t>Accuracy 95.20%</a:t>
            </a:r>
            <a:endParaRPr lang="en-US" sz="3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0C7FA39-2FF2-12D3-3429-CF53CBAC6D03}"/>
              </a:ext>
            </a:extLst>
          </p:cNvPr>
          <p:cNvCxnSpPr>
            <a:stCxn id="25" idx="2"/>
            <a:endCxn id="7" idx="0"/>
          </p:cNvCxnSpPr>
          <p:nvPr/>
        </p:nvCxnSpPr>
        <p:spPr>
          <a:xfrm flipH="1">
            <a:off x="6318859" y="4077344"/>
            <a:ext cx="1" cy="8629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C8023D-5CB0-26A1-E7E1-9AA6389F336E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6318859" y="5813824"/>
            <a:ext cx="0" cy="9987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1D42EA-9101-F340-5700-FAB94A4F8CDE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318858" y="8037872"/>
            <a:ext cx="1" cy="7774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52CAF72-669B-4CA7-9464-2998C38FC008}"/>
              </a:ext>
            </a:extLst>
          </p:cNvPr>
          <p:cNvSpPr txBox="1"/>
          <p:nvPr/>
        </p:nvSpPr>
        <p:spPr>
          <a:xfrm>
            <a:off x="3625535" y="2026800"/>
            <a:ext cx="4976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Baseline Model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F142E83-1D7B-42CA-79AB-8BED850BD65E}"/>
              </a:ext>
            </a:extLst>
          </p:cNvPr>
          <p:cNvGrpSpPr/>
          <p:nvPr/>
        </p:nvGrpSpPr>
        <p:grpSpPr>
          <a:xfrm>
            <a:off x="3048967" y="3203833"/>
            <a:ext cx="5180121" cy="1304994"/>
            <a:chOff x="1668347" y="2625324"/>
            <a:chExt cx="5180121" cy="130499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5FD9359-92AC-2C2A-BCBF-F747D8932D6A}"/>
                </a:ext>
              </a:extLst>
            </p:cNvPr>
            <p:cNvSpPr/>
            <p:nvPr/>
          </p:nvSpPr>
          <p:spPr>
            <a:xfrm>
              <a:off x="3028011" y="2625324"/>
              <a:ext cx="3820457" cy="87351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3000" dirty="0">
                  <a:solidFill>
                    <a:schemeClr val="tx1"/>
                  </a:solidFill>
                </a:rPr>
                <a:t>Pre-Process Dataset</a:t>
              </a:r>
              <a:endParaRPr lang="en-US" sz="3000" dirty="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8B2621C0-00F2-4D27-5598-8A7EE5E09749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rot="10800000" flipV="1">
              <a:off x="1668347" y="3062079"/>
              <a:ext cx="1359664" cy="868239"/>
            </a:xfrm>
            <a:prstGeom prst="bentConnector3">
              <a:avLst>
                <a:gd name="adj1" fmla="val 99612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02E1E34-3A4F-9BB8-C23A-DB18610E152B}"/>
              </a:ext>
            </a:extLst>
          </p:cNvPr>
          <p:cNvSpPr/>
          <p:nvPr/>
        </p:nvSpPr>
        <p:spPr>
          <a:xfrm>
            <a:off x="270921" y="4508827"/>
            <a:ext cx="3931759" cy="130499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1"/>
                </a:solidFill>
                <a:ea typeface="Public Sans"/>
                <a:cs typeface="Public Sans"/>
                <a:sym typeface="Public Sans"/>
              </a:rPr>
              <a:t>Data Augmentation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1"/>
                </a:solidFill>
                <a:ea typeface="Public Sans"/>
                <a:cs typeface="Public Sans"/>
                <a:sym typeface="Public Sans"/>
              </a:rPr>
              <a:t>Set Image Size</a:t>
            </a:r>
            <a:endParaRPr lang="en-US" sz="3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E72F4AD-A1CC-21B5-D260-26901A4800A0}"/>
              </a:ext>
            </a:extLst>
          </p:cNvPr>
          <p:cNvSpPr/>
          <p:nvPr/>
        </p:nvSpPr>
        <p:spPr>
          <a:xfrm>
            <a:off x="9736116" y="8659439"/>
            <a:ext cx="4840808" cy="8735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</a:rPr>
              <a:t>GAN Based Augmentation</a:t>
            </a:r>
            <a:endParaRPr lang="en-US" sz="3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36FC6D3-0A8E-EE8F-8C45-69163ED47FEA}"/>
              </a:ext>
            </a:extLst>
          </p:cNvPr>
          <p:cNvSpPr/>
          <p:nvPr/>
        </p:nvSpPr>
        <p:spPr>
          <a:xfrm>
            <a:off x="10058914" y="6944854"/>
            <a:ext cx="4195212" cy="9987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ea typeface="Calibri"/>
                <a:cs typeface="Calibri"/>
              </a:rPr>
              <a:t>Explainable AI Module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750703A-60F9-C2A7-4980-91724950A5DC}"/>
              </a:ext>
            </a:extLst>
          </p:cNvPr>
          <p:cNvSpPr/>
          <p:nvPr/>
        </p:nvSpPr>
        <p:spPr>
          <a:xfrm>
            <a:off x="10058914" y="4814814"/>
            <a:ext cx="3972393" cy="13273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solidFill>
                  <a:schemeClr val="tx1"/>
                </a:solidFill>
                <a:ea typeface="Calibri"/>
                <a:cs typeface="Calibri"/>
              </a:rPr>
              <a:t>Hybrid CNN + Transformer Model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D0F8DE-F4D9-B1CE-C3E8-8850F16587E5}"/>
              </a:ext>
            </a:extLst>
          </p:cNvPr>
          <p:cNvCxnSpPr>
            <a:cxnSpLocks/>
            <a:stCxn id="36" idx="2"/>
            <a:endCxn id="30" idx="0"/>
          </p:cNvCxnSpPr>
          <p:nvPr/>
        </p:nvCxnSpPr>
        <p:spPr>
          <a:xfrm>
            <a:off x="12045111" y="4235404"/>
            <a:ext cx="0" cy="579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6F2ABB0-DCB8-975F-B670-933A2F8E279E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12045111" y="6142143"/>
            <a:ext cx="0" cy="77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3F3BD85-80EB-15E0-D29F-38FA34E56E75}"/>
              </a:ext>
            </a:extLst>
          </p:cNvPr>
          <p:cNvCxnSpPr>
            <a:cxnSpLocks/>
          </p:cNvCxnSpPr>
          <p:nvPr/>
        </p:nvCxnSpPr>
        <p:spPr>
          <a:xfrm>
            <a:off x="12045111" y="7943587"/>
            <a:ext cx="0" cy="7394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4C6483-1AF8-1E35-9D37-E1AE99E3BFF9}"/>
              </a:ext>
            </a:extLst>
          </p:cNvPr>
          <p:cNvSpPr txBox="1"/>
          <p:nvPr/>
        </p:nvSpPr>
        <p:spPr>
          <a:xfrm>
            <a:off x="9600189" y="2002295"/>
            <a:ext cx="4976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Proposed Enhanced Model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1D4CAAA-77D5-EABA-8329-94E24C47A373}"/>
              </a:ext>
            </a:extLst>
          </p:cNvPr>
          <p:cNvGrpSpPr/>
          <p:nvPr/>
        </p:nvGrpSpPr>
        <p:grpSpPr>
          <a:xfrm>
            <a:off x="10058914" y="3203832"/>
            <a:ext cx="5072136" cy="1211077"/>
            <a:chOff x="11252155" y="2368462"/>
            <a:chExt cx="5072136" cy="143903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C078AC0E-E3D4-CD10-5324-828024E07E40}"/>
                </a:ext>
              </a:extLst>
            </p:cNvPr>
            <p:cNvSpPr/>
            <p:nvPr/>
          </p:nvSpPr>
          <p:spPr>
            <a:xfrm>
              <a:off x="11252155" y="2368462"/>
              <a:ext cx="3972393" cy="122573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3000" dirty="0">
                  <a:solidFill>
                    <a:schemeClr val="tx1"/>
                  </a:solidFill>
                </a:rPr>
                <a:t>Multi-Dataset Input</a:t>
              </a:r>
              <a:endParaRPr lang="en-US" sz="3000" dirty="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49E30FE9-15AA-4F88-27F2-BDF679A2ED54}"/>
                </a:ext>
              </a:extLst>
            </p:cNvPr>
            <p:cNvCxnSpPr>
              <a:cxnSpLocks/>
            </p:cNvCxnSpPr>
            <p:nvPr/>
          </p:nvCxnSpPr>
          <p:spPr>
            <a:xfrm>
              <a:off x="15259989" y="2979619"/>
              <a:ext cx="1064302" cy="827873"/>
            </a:xfrm>
            <a:prstGeom prst="bentConnector3">
              <a:avLst>
                <a:gd name="adj1" fmla="val 99296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74B5155-6E12-B6E9-3F5E-ED28B4F7B235}"/>
              </a:ext>
            </a:extLst>
          </p:cNvPr>
          <p:cNvSpPr/>
          <p:nvPr/>
        </p:nvSpPr>
        <p:spPr>
          <a:xfrm>
            <a:off x="14744314" y="4446656"/>
            <a:ext cx="2834984" cy="132732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1"/>
                </a:solidFill>
                <a:ea typeface="Public Sans"/>
                <a:cs typeface="Public Sans"/>
                <a:sym typeface="Public Sans"/>
              </a:rPr>
              <a:t>Food – 256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1"/>
                </a:solidFill>
                <a:ea typeface="Public Sans"/>
                <a:cs typeface="Public Sans"/>
                <a:sym typeface="Public Sans"/>
              </a:rPr>
              <a:t>UEC-256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0E223E-70EB-9F79-F633-CE3186D7D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243718-2997-7BBF-7D0C-1D7C6C42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EF0461-6843-60A9-3873-621FAA988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099B0B-66B8-B53B-911D-95A5A1706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36646" y="5977"/>
            <a:ext cx="14659148" cy="10287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B81CC-E69B-931E-59C4-8C686B10F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1D354C-88D7-BD13-439C-7C7601EA2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02588C-3184-09A7-1458-43527BA5E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329412-70B7-4C65-733D-F3A5E2D07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1908789-D3D7-FA2E-EF81-DCD3F6140E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4B452D9-A726-BFE4-9359-0C5655E305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7229366-B832-24F7-B66A-2CC905D83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3900" dirty="0"/>
            </a:p>
          </p:txBody>
        </p:sp>
      </p:grpSp>
      <p:sp>
        <p:nvSpPr>
          <p:cNvPr id="2" name="TextBox 2">
            <a:extLst>
              <a:ext uri="{FF2B5EF4-FFF2-40B4-BE49-F238E27FC236}">
                <a16:creationId xmlns:a16="http://schemas.microsoft.com/office/drawing/2014/main" id="{628428B1-BD05-32E8-15CD-D8F73B36716B}"/>
              </a:ext>
            </a:extLst>
          </p:cNvPr>
          <p:cNvSpPr txBox="1"/>
          <p:nvPr/>
        </p:nvSpPr>
        <p:spPr>
          <a:xfrm>
            <a:off x="5837782" y="4970449"/>
            <a:ext cx="6846068" cy="203503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30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Bobby Jones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590897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425</TotalTime>
  <Words>481</Words>
  <Application>Microsoft Office PowerPoint</Application>
  <PresentationFormat>Custom</PresentationFormat>
  <Paragraphs>100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Calibri Light</vt:lpstr>
      <vt:lpstr>Artifakt Element Hair</vt:lpstr>
      <vt:lpstr>Calibri</vt:lpstr>
      <vt:lpstr>Public Sans</vt:lpstr>
      <vt:lpstr>Aptos</vt:lpstr>
      <vt:lpstr>ADLaM Display</vt:lpstr>
      <vt:lpstr>Arial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Pink Textured Illustrated Research Science Presentation</dc:title>
  <cp:lastModifiedBy>MOSTAFA GALIB</cp:lastModifiedBy>
  <cp:revision>20</cp:revision>
  <dcterms:created xsi:type="dcterms:W3CDTF">2006-08-16T00:00:00Z</dcterms:created>
  <dcterms:modified xsi:type="dcterms:W3CDTF">2026-01-05T13:57:34Z</dcterms:modified>
  <dc:identifier>DAG8oMirGtY</dc:identifier>
</cp:coreProperties>
</file>